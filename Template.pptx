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1BDEA-16D2-40A8-B592-71AD485048B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2202A-3805-4FDC-8D6B-E1F0AE63B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6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BCD54E14-8105-9C01-A1CD-C0E401BC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2f3e186920_0_0:notes">
            <a:extLst>
              <a:ext uri="{FF2B5EF4-FFF2-40B4-BE49-F238E27FC236}">
                <a16:creationId xmlns:a16="http://schemas.microsoft.com/office/drawing/2014/main" id="{AE7FCAD4-8AFA-4B5A-22FC-ED5B872F06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g32f3e186920_0_0:notes">
            <a:extLst>
              <a:ext uri="{FF2B5EF4-FFF2-40B4-BE49-F238E27FC236}">
                <a16:creationId xmlns:a16="http://schemas.microsoft.com/office/drawing/2014/main" id="{48D259C6-57F0-2451-4175-C07B7BDE8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741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E2F6-399D-0547-3F77-271CC78FD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5202B-257F-DF61-3702-691BF331E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5205-6206-AB58-BA45-16F94D81C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E37AA-F768-F87A-B29D-2766ED38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4362-70B4-131E-D1D1-2622EAF7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7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0076-F989-9123-98FF-66F79DA4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1B84-90A4-52F3-BA8F-C02A983FF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096E-CAEB-FC52-62F1-D0A20BA8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F830C-D1A4-F53F-CAF8-588A2F67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C7B7C-1BC6-C04D-8196-DA78A97C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1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A561-AD81-5DA6-DE09-078A06C0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E39FE-0494-3524-578C-21E71592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E30E3-A315-792D-3529-D74ED326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E9DED-EB40-6F7F-FF4B-A8D143A5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0DB4-7F59-7EE2-3963-0B2F040F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6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094E-083A-36B6-16E7-76E85450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B291-2B0A-384C-374D-4CC59641B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46C7D-18EF-1BAC-ECF8-FE47595F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9A7B3-3A49-84C4-D64D-6ECAB7FD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F009E-E381-9857-B89B-120BD7A5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51375-42D0-1850-7AB9-D0B61830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8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B443-5B41-6709-C149-3DAC78B1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94CA8-738C-4CD7-7D34-3BFCED617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B6A02-452A-0BA6-7710-0829A2C2F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0047F-20D3-7C0C-B9A9-DE751B0E9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B3F10-9A57-8C79-B839-D8B4ABA0C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4BD0C-654E-FDBE-3C35-6899DE88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1C424-5D89-8B37-9554-1F08D7FE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3A671-FB11-0215-9F3D-A4A8E12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756C-743A-F81A-DE7E-DBF6CEDA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87B69-1912-D4FB-C6EF-82E640F6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47372-96AC-BEDE-0B2F-DAEE9F97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7FA73-F10A-47EB-245A-EB7A3205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9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DA97C-849A-7B7F-444B-19138FB6B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3AD0B-80FE-95CC-CC7D-5A8641F1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FC245-81F8-1575-4F0A-3DA60EC5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3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D737-AE9C-C9F1-A2B0-37704DBB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7A313-DBF5-977D-3635-65B8E278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B1BD-A29D-D20D-9FC7-F69B19D65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497E9-3372-3E11-58FE-8BAFA296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86EFB-1236-CA57-8768-E5ED6DC2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B19E-6289-5748-2983-9B4FEF0A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7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01A3-F840-4EFD-3460-CF5E8B8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38BDA-A452-E07C-FF78-488BBFD40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0C418-46E3-247F-52BF-537D0071D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C8EAA-7A0A-4265-2BC2-EC2EC6B2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F2F19-365C-3161-E9BC-6285F7B7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B800E-617F-DD58-43CF-A47D1627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38D3-A495-92DE-9773-4CB5E77A1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DAD85-734A-E87D-9E9C-404E1AFA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B4F4D-CA69-E8D6-BE47-788A8A8E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52F0-AEA7-43BA-EAB8-F4B62E9D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C498-5133-6967-ED27-CD15330B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1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ADC12-1675-2D94-1666-DD071C2BB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F7E20-1EFB-78B0-8774-1383F85B1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4B01B-D567-DA58-53C6-836F3103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9314-BE08-5B93-44E8-DFFD10E2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BB634-B41F-B357-78E9-0243FB50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13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 descr="A room with a table and ligh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379" b="15323"/>
          <a:stretch/>
        </p:blipFill>
        <p:spPr>
          <a:xfrm>
            <a:off x="0" y="1028701"/>
            <a:ext cx="12192000" cy="5829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6703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A person with glasses and a map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 t="8974" b="5137"/>
          <a:stretch/>
        </p:blipFill>
        <p:spPr>
          <a:xfrm>
            <a:off x="1" y="980141"/>
            <a:ext cx="12189044" cy="5877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467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A room with a table and ligh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379" b="15323"/>
          <a:stretch/>
        </p:blipFill>
        <p:spPr>
          <a:xfrm>
            <a:off x="0" y="1028701"/>
            <a:ext cx="12192000" cy="5829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073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Line Title, Infographics and Caption">
  <p:cSld name="2_2 Line Title, Infographics and Captio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15624793" y="4920411"/>
            <a:ext cx="1160" cy="1428"/>
          </a:xfrm>
          <a:custGeom>
            <a:avLst/>
            <a:gdLst/>
            <a:ahLst/>
            <a:cxnLst/>
            <a:rect l="l" t="t" r="r" b="b"/>
            <a:pathLst>
              <a:path w="870" h="1071" extrusionOk="0">
                <a:moveTo>
                  <a:pt x="0" y="0"/>
                </a:moveTo>
                <a:lnTo>
                  <a:pt x="870" y="0"/>
                </a:lnTo>
                <a:lnTo>
                  <a:pt x="870" y="10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5" descr="A hand putting a piece of paper into a ballot box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10780"/>
          <a:stretch/>
        </p:blipFill>
        <p:spPr>
          <a:xfrm>
            <a:off x="1" y="2542808"/>
            <a:ext cx="6844383" cy="4315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45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731">
          <p15:clr>
            <a:srgbClr val="FBAE40"/>
          </p15:clr>
        </p15:guide>
        <p15:guide id="3" orient="horz" pos="21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 rot="10800000" flipH="1">
            <a:off x="0" y="6536266"/>
            <a:ext cx="12192000" cy="341951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4569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/>
        </p:nvSpPr>
        <p:spPr>
          <a:xfrm>
            <a:off x="0" y="-1"/>
            <a:ext cx="12192000" cy="37812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>
            <a:spLocks noGrp="1"/>
          </p:cNvSpPr>
          <p:nvPr>
            <p:ph type="pic" idx="2"/>
          </p:nvPr>
        </p:nvSpPr>
        <p:spPr>
          <a:xfrm>
            <a:off x="1927152" y="1843024"/>
            <a:ext cx="2224161" cy="2595563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sp>
      <p:sp>
        <p:nvSpPr>
          <p:cNvPr id="26" name="Google Shape;26;p7"/>
          <p:cNvSpPr>
            <a:spLocks noGrp="1"/>
          </p:cNvSpPr>
          <p:nvPr>
            <p:ph type="pic" idx="3"/>
          </p:nvPr>
        </p:nvSpPr>
        <p:spPr>
          <a:xfrm>
            <a:off x="4993312" y="1843024"/>
            <a:ext cx="2205376" cy="2595563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sp>
      <p:sp>
        <p:nvSpPr>
          <p:cNvPr id="27" name="Google Shape;27;p7"/>
          <p:cNvSpPr>
            <a:spLocks noGrp="1"/>
          </p:cNvSpPr>
          <p:nvPr>
            <p:ph type="pic" idx="4"/>
          </p:nvPr>
        </p:nvSpPr>
        <p:spPr>
          <a:xfrm>
            <a:off x="8073924" y="1843024"/>
            <a:ext cx="2205376" cy="2595563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919289" y="4692299"/>
            <a:ext cx="2232025" cy="368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620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5"/>
          </p:nvPr>
        </p:nvSpPr>
        <p:spPr>
          <a:xfrm>
            <a:off x="4993313" y="4692299"/>
            <a:ext cx="2205376" cy="368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620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6"/>
          </p:nvPr>
        </p:nvSpPr>
        <p:spPr>
          <a:xfrm>
            <a:off x="8067337" y="4692298"/>
            <a:ext cx="2205376" cy="37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620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7"/>
          </p:nvPr>
        </p:nvSpPr>
        <p:spPr>
          <a:xfrm>
            <a:off x="1919818" y="5150027"/>
            <a:ext cx="2232025" cy="89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1252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8"/>
          </p:nvPr>
        </p:nvSpPr>
        <p:spPr>
          <a:xfrm>
            <a:off x="4980518" y="5150027"/>
            <a:ext cx="2232025" cy="89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1252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9"/>
          </p:nvPr>
        </p:nvSpPr>
        <p:spPr>
          <a:xfrm>
            <a:off x="8067337" y="5150027"/>
            <a:ext cx="2211964" cy="89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1252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4" name="Google Shape;34;p7" descr="A black and whit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506" y="305981"/>
            <a:ext cx="1836989" cy="440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322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-1"/>
            <a:ext cx="12192000" cy="36576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"/>
          <p:cNvSpPr/>
          <p:nvPr/>
        </p:nvSpPr>
        <p:spPr>
          <a:xfrm rot="10800000" flipH="1">
            <a:off x="0" y="3657598"/>
            <a:ext cx="12192000" cy="181035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6133239" y="2493648"/>
            <a:ext cx="5229028" cy="309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>
            <a:spLocks noGrp="1"/>
          </p:cNvSpPr>
          <p:nvPr>
            <p:ph type="pic" idx="2"/>
          </p:nvPr>
        </p:nvSpPr>
        <p:spPr>
          <a:xfrm>
            <a:off x="6133239" y="2490789"/>
            <a:ext cx="5229028" cy="3100387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839789" y="4194176"/>
            <a:ext cx="4457700" cy="37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62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3"/>
          </p:nvPr>
        </p:nvSpPr>
        <p:spPr>
          <a:xfrm>
            <a:off x="846667" y="4687488"/>
            <a:ext cx="4457700" cy="37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747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6133239" y="1808362"/>
            <a:ext cx="5292000" cy="37812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8" descr="A black and whit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7506" y="305981"/>
            <a:ext cx="1836989" cy="440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652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2_Divi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840317" y="725998"/>
            <a:ext cx="7987424" cy="74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22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9C2D1-F93B-9C66-A1DA-341E0B63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8D866-7788-3D69-6359-0A9254EC1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D078A-31E9-DBE6-DB00-7798DE93A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6B7B6-19B5-40B1-9C57-4522DEA4FB4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59A25-2593-D08C-A4F4-5310E4433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99A3-3C88-456C-4851-0C8291F30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62B63-6E01-4045-9B1C-4782516EF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3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2192000" cy="102014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 descr="A black and white 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77506" y="305981"/>
            <a:ext cx="1836989" cy="440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28536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BDCC3E7A-0E68-BC46-96ED-305B496E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>
            <a:extLst>
              <a:ext uri="{FF2B5EF4-FFF2-40B4-BE49-F238E27FC236}">
                <a16:creationId xmlns:a16="http://schemas.microsoft.com/office/drawing/2014/main" id="{F5058283-7F6F-9C23-F12F-7A440ECB2F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/>
            <a:fld id="{00000000-1234-1234-1234-123412341234}" type="slidenum">
              <a:rPr lang="en-IN" kern="0">
                <a:solidFill>
                  <a:srgbClr val="FFFFFF"/>
                </a:solidFill>
              </a:rPr>
              <a:pPr defTabSz="1219170"/>
              <a:t>1</a:t>
            </a:fld>
            <a:endParaRPr kern="0">
              <a:solidFill>
                <a:srgbClr val="FFFFFF"/>
              </a:solidFill>
            </a:endParaRPr>
          </a:p>
        </p:txBody>
      </p:sp>
      <p:sp>
        <p:nvSpPr>
          <p:cNvPr id="454" name="Google Shape;454;p46">
            <a:extLst>
              <a:ext uri="{FF2B5EF4-FFF2-40B4-BE49-F238E27FC236}">
                <a16:creationId xmlns:a16="http://schemas.microsoft.com/office/drawing/2014/main" id="{58B39BDF-D646-4E20-F7AE-0C4D3C4F6D8B}"/>
              </a:ext>
            </a:extLst>
          </p:cNvPr>
          <p:cNvSpPr txBox="1"/>
          <p:nvPr/>
        </p:nvSpPr>
        <p:spPr>
          <a:xfrm>
            <a:off x="732500" y="2723467"/>
            <a:ext cx="7691200" cy="90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  <a:buSzPts val="2800"/>
            </a:pPr>
            <a:r>
              <a:rPr lang="en-IN" sz="5067" b="1" ker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Deploy Modes</a:t>
            </a:r>
            <a:endParaRPr sz="5067" b="1" kern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76808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STER_UPGRAD">
  <a:themeElements>
    <a:clrScheme name="upGrad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93FF"/>
      </a:accent1>
      <a:accent2>
        <a:srgbClr val="0BC296"/>
      </a:accent2>
      <a:accent3>
        <a:srgbClr val="A5A5A5"/>
      </a:accent3>
      <a:accent4>
        <a:srgbClr val="08C195"/>
      </a:accent4>
      <a:accent5>
        <a:srgbClr val="0094FC"/>
      </a:accent5>
      <a:accent6>
        <a:srgbClr val="FF24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Proxima Nova</vt:lpstr>
      <vt:lpstr>Office Theme</vt:lpstr>
      <vt:lpstr>MASTER_UPGRAD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</dc:creator>
  <cp:lastModifiedBy>Santhosh Kumar</cp:lastModifiedBy>
  <cp:revision>1</cp:revision>
  <dcterms:created xsi:type="dcterms:W3CDTF">2026-02-17T02:57:59Z</dcterms:created>
  <dcterms:modified xsi:type="dcterms:W3CDTF">2026-02-17T02:58:21Z</dcterms:modified>
</cp:coreProperties>
</file>