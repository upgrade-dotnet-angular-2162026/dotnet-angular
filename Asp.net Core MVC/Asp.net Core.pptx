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86" r:id="rId3"/>
    <p:sldId id="281" r:id="rId4"/>
    <p:sldId id="259" r:id="rId5"/>
    <p:sldId id="273" r:id="rId6"/>
    <p:sldId id="287" r:id="rId7"/>
    <p:sldId id="288" r:id="rId8"/>
    <p:sldId id="28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668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2F94-5994-4677-9398-165BD10E61E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FB9D7-9171-47FA-86C1-951C0DCA2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08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3B617-A94A-D393-07EC-DD9A23CE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CAC18-B742-6918-DE4B-3053BAD4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C98C1-2ACA-4F5C-AC84-66F8C7B8E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48235-DCB8-FEB5-0635-DC7165A20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89915-71B1-CF02-F1B3-93B40955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629219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3733912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4BF7-F7C7-856C-8A08-D5A81CCB2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CC74C-F12B-7C8D-5A7A-47DB097ED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97C44-68E8-6059-3B85-5600D5B58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325F6-F5AC-3431-0F3E-4BBDE5DCB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F14E9-18DA-E8F0-E41F-415DEF8B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2091168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0EF3-6C21-9E9C-AB46-80B80CD9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B2B98-A826-5BDD-A135-5D9BF9795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498BD-CC97-BA11-B3F9-99B7D7869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E696E-F02D-43EF-5A5A-5FFD9A026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B6CAA-0BB5-6BDE-CC91-CB945A79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686377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B8DCF-F29C-4D06-8640-6F9C76F7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F234A-FF07-A177-CA4B-8D61112B7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A8E68-4187-434B-E313-4042EAF67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1EC3E-9106-D9DE-463B-694E448EE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680A37-438E-4024-AA4D-C37C88ABBE5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B13DA-F40C-5483-A272-070C1630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Santhosh Parsi</a:t>
            </a:r>
          </a:p>
        </p:txBody>
      </p:sp>
    </p:spTree>
    <p:extLst>
      <p:ext uri="{BB962C8B-B14F-4D97-AF65-F5344CB8AC3E}">
        <p14:creationId xmlns:p14="http://schemas.microsoft.com/office/powerpoint/2010/main" val="211777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ASP.NET Core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ASP.NET Core</a:t>
            </a:r>
            <a:r>
              <a:rPr lang="en-US" sz="2400" dirty="0"/>
              <a:t> is a </a:t>
            </a:r>
            <a:r>
              <a:rPr lang="en-US" sz="2400" b="1" dirty="0"/>
              <a:t>cross-platform</a:t>
            </a:r>
            <a:r>
              <a:rPr lang="en-US" sz="2400" dirty="0"/>
              <a:t>, </a:t>
            </a:r>
            <a:r>
              <a:rPr lang="en-US" sz="2400" b="1" dirty="0"/>
              <a:t>open-source</a:t>
            </a:r>
            <a:r>
              <a:rPr lang="en-US" sz="2400" dirty="0"/>
              <a:t>, and </a:t>
            </a:r>
            <a:r>
              <a:rPr lang="en-US" sz="2400" b="1" dirty="0"/>
              <a:t>high-performance</a:t>
            </a:r>
            <a:r>
              <a:rPr lang="en-US" sz="2400" dirty="0"/>
              <a:t> framework used for building:</a:t>
            </a:r>
          </a:p>
          <a:p>
            <a:r>
              <a:rPr lang="en-US" sz="2400" dirty="0"/>
              <a:t>✅ Web Applications</a:t>
            </a:r>
          </a:p>
          <a:p>
            <a:r>
              <a:rPr lang="en-US" sz="2400" dirty="0"/>
              <a:t>✅ RESTful APIs (Web APIs)</a:t>
            </a:r>
          </a:p>
          <a:p>
            <a:r>
              <a:rPr lang="en-US" sz="2400" dirty="0"/>
              <a:t>✅ Microservices</a:t>
            </a:r>
          </a:p>
          <a:p>
            <a:r>
              <a:rPr lang="en-US" sz="2400" dirty="0"/>
              <a:t>It’s the </a:t>
            </a:r>
            <a:r>
              <a:rPr lang="en-US" sz="2400" b="1" dirty="0"/>
              <a:t>modern version of ASP.NET</a:t>
            </a:r>
            <a:r>
              <a:rPr lang="en-US" sz="2400" dirty="0"/>
              <a:t>, redesigned from scratch to work on </a:t>
            </a:r>
            <a:r>
              <a:rPr lang="en-US" sz="2400" b="1" dirty="0"/>
              <a:t>Windows, Linux, and macOS</a:t>
            </a:r>
            <a:r>
              <a:rPr lang="en-US" sz="2400" dirty="0"/>
              <a:t> — part of the </a:t>
            </a:r>
            <a:r>
              <a:rPr lang="en-US" sz="2400" b="1" dirty="0"/>
              <a:t>.NET Core platform</a:t>
            </a:r>
            <a:r>
              <a:rPr lang="en-US" sz="2400" dirty="0"/>
              <a:t>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391C-B476-4B70-6D8D-AA78364A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06C96D-AD06-73AC-DE16-AF1D3A1C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ASP.NET Core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0C0270-2E51-53BF-8D44-A649F17B434F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1971078"/>
              </p:ext>
            </p:extLst>
          </p:nvPr>
        </p:nvGraphicFramePr>
        <p:xfrm>
          <a:off x="304800" y="1600200"/>
          <a:ext cx="8461373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19997533"/>
                    </a:ext>
                  </a:extLst>
                </a:gridCol>
                <a:gridCol w="3570030">
                  <a:extLst>
                    <a:ext uri="{9D8B030D-6E8A-4147-A177-3AD203B41FA5}">
                      <a16:colId xmlns:a16="http://schemas.microsoft.com/office/drawing/2014/main" val="1931800242"/>
                    </a:ext>
                  </a:extLst>
                </a:gridCol>
                <a:gridCol w="4434143">
                  <a:extLst>
                    <a:ext uri="{9D8B030D-6E8A-4147-A177-3AD203B41FA5}">
                      <a16:colId xmlns:a16="http://schemas.microsoft.com/office/drawing/2014/main" val="69990142"/>
                    </a:ext>
                  </a:extLst>
                </a:gridCol>
              </a:tblGrid>
              <a:tr h="552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255785"/>
                  </a:ext>
                </a:extLst>
              </a:tr>
              <a:tr h="552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Cross-Platform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 your web apps and APIs on Windows, macOS, or Linux.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553920"/>
                  </a:ext>
                </a:extLst>
              </a:tr>
              <a:tr h="353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Open Source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Free and community-driven; hosted on GitHub.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008234"/>
                  </a:ext>
                </a:extLst>
              </a:tr>
              <a:tr h="552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Unified Framework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framework for </a:t>
                      </a:r>
                      <a:r>
                        <a:rPr lang="en-US" b="1" dirty="0"/>
                        <a:t>Web Apps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APIs</a:t>
                      </a:r>
                      <a:r>
                        <a:rPr lang="en-US" dirty="0"/>
                        <a:t>, </a:t>
                      </a:r>
                      <a:r>
                        <a:rPr lang="en-US" b="1" dirty="0"/>
                        <a:t>Blazor</a:t>
                      </a:r>
                      <a:r>
                        <a:rPr lang="en-US" dirty="0"/>
                        <a:t>, </a:t>
                      </a:r>
                      <a:r>
                        <a:rPr lang="en-US" b="1" dirty="0" err="1"/>
                        <a:t>SignalR</a:t>
                      </a:r>
                      <a:r>
                        <a:rPr lang="en-US" dirty="0"/>
                        <a:t>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20997"/>
                  </a:ext>
                </a:extLst>
              </a:tr>
              <a:tr h="552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High 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Among the </a:t>
                      </a:r>
                      <a:r>
                        <a:rPr lang="en-US" b="1"/>
                        <a:t>fastest web frameworks</a:t>
                      </a:r>
                      <a:r>
                        <a:rPr lang="en-US"/>
                        <a:t> in benchmarks.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0659232"/>
                  </a:ext>
                </a:extLst>
              </a:tr>
              <a:tr h="353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Built-in Dependency Injection (DI)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DI natively for clean, testable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48829"/>
                  </a:ext>
                </a:extLst>
              </a:tr>
              <a:tr h="552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Middleware Pipeline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Flexible request pipeline that replaces old “HttpModules.”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084060"/>
                  </a:ext>
                </a:extLst>
              </a:tr>
              <a:tr h="552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Cross-Platform Web Server (Kestrel)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Lightweight and fast web server built into .NET Core.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5767865"/>
                  </a:ext>
                </a:extLst>
              </a:tr>
              <a:tr h="552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Modular &amp; Lightweight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You include only what you need via </a:t>
                      </a:r>
                      <a:r>
                        <a:rPr lang="en-US" b="1" dirty="0"/>
                        <a:t>NuGet packages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952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33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ASP.NET Core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60E9C90-B20A-BB7B-B593-0176D5D837C5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56664112"/>
              </p:ext>
            </p:extLst>
          </p:nvPr>
        </p:nvGraphicFramePr>
        <p:xfrm>
          <a:off x="76200" y="1600200"/>
          <a:ext cx="8915400" cy="4964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81999753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93180024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69990142"/>
                    </a:ext>
                  </a:extLst>
                </a:gridCol>
              </a:tblGrid>
              <a:tr h="248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255785"/>
                  </a:ext>
                </a:extLst>
              </a:tr>
              <a:tr h="566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Supports MVC &amp; Razor Pages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You can use either </a:t>
                      </a:r>
                      <a:r>
                        <a:rPr lang="en-US" b="1" dirty="0"/>
                        <a:t>MVC pattern</a:t>
                      </a:r>
                      <a:r>
                        <a:rPr lang="en-US" dirty="0"/>
                        <a:t> or </a:t>
                      </a:r>
                      <a:r>
                        <a:rPr lang="en-US" b="1" dirty="0"/>
                        <a:t>page-based model</a:t>
                      </a:r>
                      <a:r>
                        <a:rPr lang="en-US" dirty="0"/>
                        <a:t> for web UI.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506286"/>
                  </a:ext>
                </a:extLst>
              </a:tr>
              <a:tr h="566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Supports RESTful APIs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backend APIs easily using </a:t>
                      </a:r>
                      <a:r>
                        <a:rPr lang="en-US" b="1"/>
                        <a:t>controllers and JSON</a:t>
                      </a:r>
                      <a:r>
                        <a:rPr lang="en-US"/>
                        <a:t> responses.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367859"/>
                  </a:ext>
                </a:extLst>
              </a:tr>
              <a:tr h="434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Integration with Front-End Frameworks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 with Angular, React, Vue,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395142"/>
                  </a:ext>
                </a:extLst>
              </a:tr>
              <a:tr h="566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Unified Hosting Model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host via Kestrel, IIS, Nginx, or Docker containers.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06971"/>
                  </a:ext>
                </a:extLst>
              </a:tr>
              <a:tr h="736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Security Ready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Middleware for authentication, authorization, and HTTPS by default.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521931"/>
                  </a:ext>
                </a:extLst>
              </a:tr>
              <a:tr h="736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Configuration &amp; Logging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Built-in flexible configuration (JSON, environment vars, secrets) and logging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886105"/>
                  </a:ext>
                </a:extLst>
              </a:tr>
              <a:tr h="566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Modern Development Features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Supports Hot Reload, Async programming, and minimal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12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745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ASP.NET Core Architecture Overview</a:t>
            </a: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53F330-3F0E-F2F7-6EFE-999F59C6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981200"/>
            <a:ext cx="802037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81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ASP.NET Core Tools</a:t>
            </a:r>
            <a:endParaRPr lang="fr-FR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1CB1E8-C366-5E4B-E46D-3F37B9FB3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148071"/>
              </p:ext>
            </p:extLst>
          </p:nvPr>
        </p:nvGraphicFramePr>
        <p:xfrm>
          <a:off x="612648" y="2057400"/>
          <a:ext cx="7918704" cy="4038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9352">
                  <a:extLst>
                    <a:ext uri="{9D8B030D-6E8A-4147-A177-3AD203B41FA5}">
                      <a16:colId xmlns:a16="http://schemas.microsoft.com/office/drawing/2014/main" val="4292425448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3385499092"/>
                    </a:ext>
                  </a:extLst>
                </a:gridCol>
              </a:tblGrid>
              <a:tr h="452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474028"/>
                  </a:ext>
                </a:extLst>
              </a:tr>
              <a:tr h="1116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dotnet CLI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Create/build/run apps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dotnet new</a:t>
                      </a:r>
                      <a:r>
                        <a:rPr lang="en-US"/>
                        <a:t>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dotnet run</a:t>
                      </a:r>
                      <a:r>
                        <a:rPr lang="en-US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510581"/>
                  </a:ext>
                </a:extLst>
              </a:tr>
              <a:tr h="452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Visual Studio / VS Code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IDEs for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651261"/>
                  </a:ext>
                </a:extLst>
              </a:tr>
              <a:tr h="781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NuGet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 manager for dependencies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312527"/>
                  </a:ext>
                </a:extLst>
              </a:tr>
              <a:tr h="781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Swagger (Swashbuckle)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 API documentation and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320541"/>
                  </a:ext>
                </a:extLst>
              </a:tr>
              <a:tr h="452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EF Core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For database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484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746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7D5B8-B959-C7BD-E327-5681587D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ACB3E1-FB72-734B-C87E-0E14FE1B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ASP.NET </a:t>
            </a:r>
            <a:r>
              <a:rPr lang="fr-FR" dirty="0" err="1"/>
              <a:t>Core</a:t>
            </a:r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03AEC7-A091-E671-1772-9BEEC1CE26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sz="1600" b="1" dirty="0"/>
              <a:t>ASP.NET Core  Project Templates</a:t>
            </a:r>
            <a:endParaRPr lang="en-IN" sz="1600" dirty="0"/>
          </a:p>
          <a:p>
            <a:r>
              <a:rPr lang="en-IN" sz="1600" dirty="0"/>
              <a:t>Given below is the list of project templates that ASP.NET Web Core 2 provides.</a:t>
            </a:r>
          </a:p>
          <a:p>
            <a:r>
              <a:rPr lang="en-IN" sz="1600" dirty="0"/>
              <a:t>ASP.NET Core Web App (Razor Pages).</a:t>
            </a:r>
          </a:p>
          <a:p>
            <a:r>
              <a:rPr lang="en-IN" sz="1600" dirty="0"/>
              <a:t>ASP.NET Core Web App (Model-View-Controller).</a:t>
            </a:r>
          </a:p>
          <a:p>
            <a:r>
              <a:rPr lang="en-IN" sz="1600" dirty="0"/>
              <a:t>ASP.NET Core Web API (no UI).</a:t>
            </a:r>
          </a:p>
          <a:p>
            <a:r>
              <a:rPr lang="en-IN" sz="1600" dirty="0"/>
              <a:t>ASP.NET Core with Angular (SPA).</a:t>
            </a:r>
          </a:p>
          <a:p>
            <a:r>
              <a:rPr lang="en-IN" sz="1600" dirty="0"/>
              <a:t>ASP.NET Core with React.js (SPA).</a:t>
            </a:r>
          </a:p>
          <a:p>
            <a:r>
              <a:rPr lang="en-IN" sz="1600" dirty="0"/>
              <a:t>ASP.NET Core with React.js and Redux (SPA).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96641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9F800-7E5C-6F9F-DF39-64348230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E9EC31-AA33-0D95-57B6-0C3A3CF5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ASP.NET </a:t>
            </a:r>
            <a:r>
              <a:rPr lang="fr-FR" dirty="0" err="1"/>
              <a:t>Core</a:t>
            </a:r>
            <a:r>
              <a:rPr lang="fr-FR" dirty="0"/>
              <a:t> Project Structure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11AF77-606F-2CD4-7E35-92783D76294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 typical </a:t>
            </a:r>
            <a:r>
              <a:rPr lang="en-US" sz="1600" b="1" dirty="0"/>
              <a:t>Web API</a:t>
            </a:r>
            <a:r>
              <a:rPr lang="en-US" sz="1600" dirty="0"/>
              <a:t> or </a:t>
            </a:r>
            <a:r>
              <a:rPr lang="en-US" sz="1600" b="1" dirty="0"/>
              <a:t>Web App</a:t>
            </a:r>
            <a:r>
              <a:rPr lang="en-US" sz="1600" dirty="0"/>
              <a:t> project contains: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C37FAC-52D5-76A4-2683-90E9FF268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485855"/>
              </p:ext>
            </p:extLst>
          </p:nvPr>
        </p:nvGraphicFramePr>
        <p:xfrm>
          <a:off x="539496" y="2057400"/>
          <a:ext cx="8226552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3276">
                  <a:extLst>
                    <a:ext uri="{9D8B030D-6E8A-4147-A177-3AD203B41FA5}">
                      <a16:colId xmlns:a16="http://schemas.microsoft.com/office/drawing/2014/main" val="2963071890"/>
                    </a:ext>
                  </a:extLst>
                </a:gridCol>
                <a:gridCol w="4113276">
                  <a:extLst>
                    <a:ext uri="{9D8B030D-6E8A-4147-A177-3AD203B41FA5}">
                      <a16:colId xmlns:a16="http://schemas.microsoft.com/office/drawing/2014/main" val="48031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File / Folder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80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Program.cs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Entry point — configures app, middleware, and services.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227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Startup.cs</a:t>
                      </a:r>
                      <a:r>
                        <a:rPr lang="en-US"/>
                        <a:t> </a:t>
                      </a:r>
                      <a:r>
                        <a:rPr lang="en-US" i="1"/>
                        <a:t>(before .NET 6)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configuration and DI setup (merged into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Program.cs</a:t>
                      </a:r>
                      <a:r>
                        <a:rPr lang="en-US"/>
                        <a:t> in .NET 6+).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428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Controllers/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API or MVC controllers.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11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Models/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Holds entity or DTO classes.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367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Views/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(In MVC apps) HTML + Razor view pages.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29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appsettings.json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Configuration file (connection strings, app settings).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613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wwwroot/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Static files (JS, CSS, images).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00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008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62A10-DD0F-6890-5F5D-3D7B1E03A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5F6FAA-845A-9C49-6926-E8416307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Flow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C9F28B-697A-9B82-C23E-8AA31A85746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00032" y="1981200"/>
            <a:ext cx="854393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51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1041</TotalTime>
  <Words>613</Words>
  <Application>Microsoft Office PowerPoint</Application>
  <PresentationFormat>On-screen Show (4:3)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Courier New</vt:lpstr>
      <vt:lpstr>Tw Cen MT</vt:lpstr>
      <vt:lpstr>Wingdings</vt:lpstr>
      <vt:lpstr>Wingdings 2</vt:lpstr>
      <vt:lpstr>Median</vt:lpstr>
      <vt:lpstr>ASP.NET Core</vt:lpstr>
      <vt:lpstr>Key Features of ASP.NET Core</vt:lpstr>
      <vt:lpstr>Key Features of ASP.NET Core</vt:lpstr>
      <vt:lpstr>ASP.NET Core Architecture Overview</vt:lpstr>
      <vt:lpstr>Common ASP.NET Core Tools</vt:lpstr>
      <vt:lpstr>ASP.NET Core</vt:lpstr>
      <vt:lpstr>ASP.NET Core Project Structure</vt:lpstr>
      <vt:lpstr>Request Processing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Annotations</dc:title>
  <dc:creator>Admin</dc:creator>
  <cp:lastModifiedBy>Santhosh Kumar</cp:lastModifiedBy>
  <cp:revision>49</cp:revision>
  <dcterms:created xsi:type="dcterms:W3CDTF">2006-08-16T00:00:00Z</dcterms:created>
  <dcterms:modified xsi:type="dcterms:W3CDTF">2025-10-06T14:48:45Z</dcterms:modified>
</cp:coreProperties>
</file>