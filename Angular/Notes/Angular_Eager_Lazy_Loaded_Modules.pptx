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8"/>
  </p:notesMasterIdLst>
  <p:sldIdLst>
    <p:sldId id="256" r:id="rId3"/>
    <p:sldId id="257"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86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E0C0F8-9722-4778-B4E1-B37C27F1B47A}" type="datetimeFigureOut">
              <a:rPr lang="en-US" smtClean="0"/>
              <a:t>8/26/2025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1C0992-9331-4300-8BED-56C1E1796193}" type="slidenum">
              <a:rPr lang="en-US" smtClean="0"/>
              <a:t>‹#›</a:t>
            </a:fld>
            <a:endParaRPr lang="en-US"/>
          </a:p>
        </p:txBody>
      </p:sp>
    </p:spTree>
    <p:extLst>
      <p:ext uri="{BB962C8B-B14F-4D97-AF65-F5344CB8AC3E}">
        <p14:creationId xmlns:p14="http://schemas.microsoft.com/office/powerpoint/2010/main" val="1123775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680A37-438E-4024-AA4D-C37C88ABBE5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Presented by Santhosh Parsi</a:t>
            </a:r>
          </a:p>
        </p:txBody>
      </p:sp>
    </p:spTree>
    <p:extLst>
      <p:ext uri="{BB962C8B-B14F-4D97-AF65-F5344CB8AC3E}">
        <p14:creationId xmlns:p14="http://schemas.microsoft.com/office/powerpoint/2010/main" val="3733912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3B525-75D4-90EE-7225-585C88B589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AE07D2-6FC3-1CF6-28D5-184560B91C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0ED5C6-AC2D-6682-55D6-01BA887A4F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C5C4F1A-F409-6B2A-4651-6833BF161E6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680A37-438E-4024-AA4D-C37C88ABBE5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C2BE5575-8420-C0A4-8D07-175360E0F9D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Presented by Santhosh Parsi</a:t>
            </a:r>
          </a:p>
        </p:txBody>
      </p:sp>
    </p:spTree>
    <p:extLst>
      <p:ext uri="{BB962C8B-B14F-4D97-AF65-F5344CB8AC3E}">
        <p14:creationId xmlns:p14="http://schemas.microsoft.com/office/powerpoint/2010/main" val="3703527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8136A-25E1-177A-24F5-2C62BF8A41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DE4B2C-8B2F-EE9A-9BA7-360517A278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2CF938-34E0-09D4-A4F8-7EFA07B993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CA88CA-A841-0042-0ED1-EC1E2F0BA79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680A37-438E-4024-AA4D-C37C88ABBE5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A3E7B10E-BF9C-02AD-2339-993CAE16BCB4}"/>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Presented by Santhosh Parsi</a:t>
            </a:r>
          </a:p>
        </p:txBody>
      </p:sp>
    </p:spTree>
    <p:extLst>
      <p:ext uri="{BB962C8B-B14F-4D97-AF65-F5344CB8AC3E}">
        <p14:creationId xmlns:p14="http://schemas.microsoft.com/office/powerpoint/2010/main" val="1847044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7EF69-7A37-E628-3216-344BDA43D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85BB74-2387-47E4-B844-C45E9021CB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5CE77F-C1B1-995F-C4CA-B242798ED1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4CB6CD-0C06-1CCB-FC7A-8EF8C3BAF65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680A37-438E-4024-AA4D-C37C88ABBE5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B29E1268-9F7D-C64B-190B-F2B55CA7A5E7}"/>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Presented by Santhosh Parsi</a:t>
            </a:r>
          </a:p>
        </p:txBody>
      </p:sp>
    </p:spTree>
    <p:extLst>
      <p:ext uri="{BB962C8B-B14F-4D97-AF65-F5344CB8AC3E}">
        <p14:creationId xmlns:p14="http://schemas.microsoft.com/office/powerpoint/2010/main" val="3913292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9621A-5D71-E3DE-77FE-A678713B47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5AB89-2BA3-FFEC-C1C1-EDDA36C5C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FF637B-9E23-280A-8173-C05487BCF17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CC46100-9FC7-AD7D-312E-89FCCAA0CF3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680A37-438E-4024-AA4D-C37C88ABBE5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AC1B2D16-2615-DA09-2911-C895175F2246}"/>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Presented by Santhosh Parsi</a:t>
            </a:r>
          </a:p>
        </p:txBody>
      </p:sp>
    </p:spTree>
    <p:extLst>
      <p:ext uri="{BB962C8B-B14F-4D97-AF65-F5344CB8AC3E}">
        <p14:creationId xmlns:p14="http://schemas.microsoft.com/office/powerpoint/2010/main" val="2197888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2051E-F385-BA12-16AA-DF86695F90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A92A95-7E6B-8A15-90BE-161F52AF4B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EFB7B6-74EA-D145-2690-7288F6503E19}"/>
              </a:ext>
            </a:extLst>
          </p:cNvPr>
          <p:cNvSpPr>
            <a:spLocks noGrp="1"/>
          </p:cNvSpPr>
          <p:nvPr>
            <p:ph type="dt" sz="half" idx="10"/>
          </p:nvPr>
        </p:nvSpPr>
        <p:spPr/>
        <p:txBody>
          <a:bodyPr/>
          <a:lstStyle/>
          <a:p>
            <a:fld id="{939D961A-3ADC-4A8A-850F-861DFE9BAA00}" type="datetimeFigureOut">
              <a:rPr lang="en-US" smtClean="0"/>
              <a:t>8/26/2025</a:t>
            </a:fld>
            <a:endParaRPr lang="en-US"/>
          </a:p>
        </p:txBody>
      </p:sp>
      <p:sp>
        <p:nvSpPr>
          <p:cNvPr id="5" name="Footer Placeholder 4">
            <a:extLst>
              <a:ext uri="{FF2B5EF4-FFF2-40B4-BE49-F238E27FC236}">
                <a16:creationId xmlns:a16="http://schemas.microsoft.com/office/drawing/2014/main" id="{A68A8919-C8BA-62E7-871C-65549F89A6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C71923-52EA-5DC5-ED00-59CF384793F0}"/>
              </a:ext>
            </a:extLst>
          </p:cNvPr>
          <p:cNvSpPr>
            <a:spLocks noGrp="1"/>
          </p:cNvSpPr>
          <p:nvPr>
            <p:ph type="sldNum" sz="quarter" idx="12"/>
          </p:nvPr>
        </p:nvSpPr>
        <p:spPr/>
        <p:txBody>
          <a:bodyPr/>
          <a:lstStyle/>
          <a:p>
            <a:fld id="{CF96ABC0-AC83-4BB8-BA22-2D266CCB492B}" type="slidenum">
              <a:rPr lang="en-US" smtClean="0"/>
              <a:t>‹#›</a:t>
            </a:fld>
            <a:endParaRPr lang="en-US"/>
          </a:p>
        </p:txBody>
      </p:sp>
    </p:spTree>
    <p:extLst>
      <p:ext uri="{BB962C8B-B14F-4D97-AF65-F5344CB8AC3E}">
        <p14:creationId xmlns:p14="http://schemas.microsoft.com/office/powerpoint/2010/main" val="232723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1256-5BDB-6DED-2EDE-B5FE1C7E20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EC4607-F1BD-3D40-EBF7-6F00A78D79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AB3D8A-9EE3-29A2-83AF-2BB5A9C19786}"/>
              </a:ext>
            </a:extLst>
          </p:cNvPr>
          <p:cNvSpPr>
            <a:spLocks noGrp="1"/>
          </p:cNvSpPr>
          <p:nvPr>
            <p:ph type="dt" sz="half" idx="10"/>
          </p:nvPr>
        </p:nvSpPr>
        <p:spPr/>
        <p:txBody>
          <a:bodyPr/>
          <a:lstStyle/>
          <a:p>
            <a:fld id="{939D961A-3ADC-4A8A-850F-861DFE9BAA00}" type="datetimeFigureOut">
              <a:rPr lang="en-US" smtClean="0"/>
              <a:t>8/26/2025</a:t>
            </a:fld>
            <a:endParaRPr lang="en-US"/>
          </a:p>
        </p:txBody>
      </p:sp>
      <p:sp>
        <p:nvSpPr>
          <p:cNvPr id="5" name="Footer Placeholder 4">
            <a:extLst>
              <a:ext uri="{FF2B5EF4-FFF2-40B4-BE49-F238E27FC236}">
                <a16:creationId xmlns:a16="http://schemas.microsoft.com/office/drawing/2014/main" id="{4BF1B976-E895-2F41-BD43-C6A06E7E6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7AF2A7-DB46-A5F3-7CA5-72EBDA3D1EC5}"/>
              </a:ext>
            </a:extLst>
          </p:cNvPr>
          <p:cNvSpPr>
            <a:spLocks noGrp="1"/>
          </p:cNvSpPr>
          <p:nvPr>
            <p:ph type="sldNum" sz="quarter" idx="12"/>
          </p:nvPr>
        </p:nvSpPr>
        <p:spPr/>
        <p:txBody>
          <a:bodyPr/>
          <a:lstStyle/>
          <a:p>
            <a:fld id="{CF96ABC0-AC83-4BB8-BA22-2D266CCB492B}" type="slidenum">
              <a:rPr lang="en-US" smtClean="0"/>
              <a:t>‹#›</a:t>
            </a:fld>
            <a:endParaRPr lang="en-US"/>
          </a:p>
        </p:txBody>
      </p:sp>
    </p:spTree>
    <p:extLst>
      <p:ext uri="{BB962C8B-B14F-4D97-AF65-F5344CB8AC3E}">
        <p14:creationId xmlns:p14="http://schemas.microsoft.com/office/powerpoint/2010/main" val="1139524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3DF61-FAAD-DFAC-0D2C-9C5C7140A8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E9828F-2ABB-87D7-B5B2-C5B0F110F0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1178C8-7137-E86B-8606-F513EF228689}"/>
              </a:ext>
            </a:extLst>
          </p:cNvPr>
          <p:cNvSpPr>
            <a:spLocks noGrp="1"/>
          </p:cNvSpPr>
          <p:nvPr>
            <p:ph type="dt" sz="half" idx="10"/>
          </p:nvPr>
        </p:nvSpPr>
        <p:spPr/>
        <p:txBody>
          <a:bodyPr/>
          <a:lstStyle/>
          <a:p>
            <a:fld id="{939D961A-3ADC-4A8A-850F-861DFE9BAA00}" type="datetimeFigureOut">
              <a:rPr lang="en-US" smtClean="0"/>
              <a:t>8/26/2025</a:t>
            </a:fld>
            <a:endParaRPr lang="en-US"/>
          </a:p>
        </p:txBody>
      </p:sp>
      <p:sp>
        <p:nvSpPr>
          <p:cNvPr id="5" name="Footer Placeholder 4">
            <a:extLst>
              <a:ext uri="{FF2B5EF4-FFF2-40B4-BE49-F238E27FC236}">
                <a16:creationId xmlns:a16="http://schemas.microsoft.com/office/drawing/2014/main" id="{A423B5EB-1EA5-822F-A0DC-6B7EA7EC9D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DFA88-6CE7-9E1C-C094-88959B5095C6}"/>
              </a:ext>
            </a:extLst>
          </p:cNvPr>
          <p:cNvSpPr>
            <a:spLocks noGrp="1"/>
          </p:cNvSpPr>
          <p:nvPr>
            <p:ph type="sldNum" sz="quarter" idx="12"/>
          </p:nvPr>
        </p:nvSpPr>
        <p:spPr/>
        <p:txBody>
          <a:bodyPr/>
          <a:lstStyle/>
          <a:p>
            <a:fld id="{CF96ABC0-AC83-4BB8-BA22-2D266CCB492B}" type="slidenum">
              <a:rPr lang="en-US" smtClean="0"/>
              <a:t>‹#›</a:t>
            </a:fld>
            <a:endParaRPr lang="en-US"/>
          </a:p>
        </p:txBody>
      </p:sp>
    </p:spTree>
    <p:extLst>
      <p:ext uri="{BB962C8B-B14F-4D97-AF65-F5344CB8AC3E}">
        <p14:creationId xmlns:p14="http://schemas.microsoft.com/office/powerpoint/2010/main" val="2496683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FB14C-D76B-5E09-45D5-EED67E1531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39E9DB-7564-3784-310A-D73FBA5BC8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1CF5E1-FFCD-915C-4AF1-E09F64BFA9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12548A-C4DD-F1F8-FB74-515DC2A3D25F}"/>
              </a:ext>
            </a:extLst>
          </p:cNvPr>
          <p:cNvSpPr>
            <a:spLocks noGrp="1"/>
          </p:cNvSpPr>
          <p:nvPr>
            <p:ph type="dt" sz="half" idx="10"/>
          </p:nvPr>
        </p:nvSpPr>
        <p:spPr/>
        <p:txBody>
          <a:bodyPr/>
          <a:lstStyle/>
          <a:p>
            <a:fld id="{939D961A-3ADC-4A8A-850F-861DFE9BAA00}" type="datetimeFigureOut">
              <a:rPr lang="en-US" smtClean="0"/>
              <a:t>8/26/2025</a:t>
            </a:fld>
            <a:endParaRPr lang="en-US"/>
          </a:p>
        </p:txBody>
      </p:sp>
      <p:sp>
        <p:nvSpPr>
          <p:cNvPr id="6" name="Footer Placeholder 5">
            <a:extLst>
              <a:ext uri="{FF2B5EF4-FFF2-40B4-BE49-F238E27FC236}">
                <a16:creationId xmlns:a16="http://schemas.microsoft.com/office/drawing/2014/main" id="{2A7671D8-3B06-20EC-52C9-38181588E9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3699D5-F675-F604-197D-3DA63AEFBF6A}"/>
              </a:ext>
            </a:extLst>
          </p:cNvPr>
          <p:cNvSpPr>
            <a:spLocks noGrp="1"/>
          </p:cNvSpPr>
          <p:nvPr>
            <p:ph type="sldNum" sz="quarter" idx="12"/>
          </p:nvPr>
        </p:nvSpPr>
        <p:spPr/>
        <p:txBody>
          <a:bodyPr/>
          <a:lstStyle/>
          <a:p>
            <a:fld id="{CF96ABC0-AC83-4BB8-BA22-2D266CCB492B}" type="slidenum">
              <a:rPr lang="en-US" smtClean="0"/>
              <a:t>‹#›</a:t>
            </a:fld>
            <a:endParaRPr lang="en-US"/>
          </a:p>
        </p:txBody>
      </p:sp>
    </p:spTree>
    <p:extLst>
      <p:ext uri="{BB962C8B-B14F-4D97-AF65-F5344CB8AC3E}">
        <p14:creationId xmlns:p14="http://schemas.microsoft.com/office/powerpoint/2010/main" val="4154632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397F9-CFE3-EB61-CB93-B45095A0F2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50867C-C12B-B392-7387-76357025F0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0ED54B-9A64-7C5A-4389-F17AE942BA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15BCED-77C4-B077-2BFE-2BFEF6A912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FB8FFC-C138-2333-7186-DF5BDE3B93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8B56AA-595B-5C5B-3AA2-44A89AD7BD28}"/>
              </a:ext>
            </a:extLst>
          </p:cNvPr>
          <p:cNvSpPr>
            <a:spLocks noGrp="1"/>
          </p:cNvSpPr>
          <p:nvPr>
            <p:ph type="dt" sz="half" idx="10"/>
          </p:nvPr>
        </p:nvSpPr>
        <p:spPr/>
        <p:txBody>
          <a:bodyPr/>
          <a:lstStyle/>
          <a:p>
            <a:fld id="{939D961A-3ADC-4A8A-850F-861DFE9BAA00}" type="datetimeFigureOut">
              <a:rPr lang="en-US" smtClean="0"/>
              <a:t>8/26/2025</a:t>
            </a:fld>
            <a:endParaRPr lang="en-US"/>
          </a:p>
        </p:txBody>
      </p:sp>
      <p:sp>
        <p:nvSpPr>
          <p:cNvPr id="8" name="Footer Placeholder 7">
            <a:extLst>
              <a:ext uri="{FF2B5EF4-FFF2-40B4-BE49-F238E27FC236}">
                <a16:creationId xmlns:a16="http://schemas.microsoft.com/office/drawing/2014/main" id="{B26CDF9B-94DD-AA67-8D76-A9D356E0CB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256EB6D-AE1B-ADF1-F8A9-BED60D6735DB}"/>
              </a:ext>
            </a:extLst>
          </p:cNvPr>
          <p:cNvSpPr>
            <a:spLocks noGrp="1"/>
          </p:cNvSpPr>
          <p:nvPr>
            <p:ph type="sldNum" sz="quarter" idx="12"/>
          </p:nvPr>
        </p:nvSpPr>
        <p:spPr/>
        <p:txBody>
          <a:bodyPr/>
          <a:lstStyle/>
          <a:p>
            <a:fld id="{CF96ABC0-AC83-4BB8-BA22-2D266CCB492B}" type="slidenum">
              <a:rPr lang="en-US" smtClean="0"/>
              <a:t>‹#›</a:t>
            </a:fld>
            <a:endParaRPr lang="en-US"/>
          </a:p>
        </p:txBody>
      </p:sp>
    </p:spTree>
    <p:extLst>
      <p:ext uri="{BB962C8B-B14F-4D97-AF65-F5344CB8AC3E}">
        <p14:creationId xmlns:p14="http://schemas.microsoft.com/office/powerpoint/2010/main" val="787277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ABC50-B798-9272-78A4-97650EDC2E5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A28AF8-B0FB-DE02-A287-D3291BBC0A7B}"/>
              </a:ext>
            </a:extLst>
          </p:cNvPr>
          <p:cNvSpPr>
            <a:spLocks noGrp="1"/>
          </p:cNvSpPr>
          <p:nvPr>
            <p:ph type="dt" sz="half" idx="10"/>
          </p:nvPr>
        </p:nvSpPr>
        <p:spPr/>
        <p:txBody>
          <a:bodyPr/>
          <a:lstStyle/>
          <a:p>
            <a:fld id="{939D961A-3ADC-4A8A-850F-861DFE9BAA00}" type="datetimeFigureOut">
              <a:rPr lang="en-US" smtClean="0"/>
              <a:t>8/26/2025</a:t>
            </a:fld>
            <a:endParaRPr lang="en-US"/>
          </a:p>
        </p:txBody>
      </p:sp>
      <p:sp>
        <p:nvSpPr>
          <p:cNvPr id="4" name="Footer Placeholder 3">
            <a:extLst>
              <a:ext uri="{FF2B5EF4-FFF2-40B4-BE49-F238E27FC236}">
                <a16:creationId xmlns:a16="http://schemas.microsoft.com/office/drawing/2014/main" id="{FF022C6D-6D4D-F806-1445-0D2A9A4224E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2FA689-EDF9-AC08-D80B-5AC806CE37C0}"/>
              </a:ext>
            </a:extLst>
          </p:cNvPr>
          <p:cNvSpPr>
            <a:spLocks noGrp="1"/>
          </p:cNvSpPr>
          <p:nvPr>
            <p:ph type="sldNum" sz="quarter" idx="12"/>
          </p:nvPr>
        </p:nvSpPr>
        <p:spPr/>
        <p:txBody>
          <a:bodyPr/>
          <a:lstStyle/>
          <a:p>
            <a:fld id="{CF96ABC0-AC83-4BB8-BA22-2D266CCB492B}" type="slidenum">
              <a:rPr lang="en-US" smtClean="0"/>
              <a:t>‹#›</a:t>
            </a:fld>
            <a:endParaRPr lang="en-US"/>
          </a:p>
        </p:txBody>
      </p:sp>
    </p:spTree>
    <p:extLst>
      <p:ext uri="{BB962C8B-B14F-4D97-AF65-F5344CB8AC3E}">
        <p14:creationId xmlns:p14="http://schemas.microsoft.com/office/powerpoint/2010/main" val="1008706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2C708D-93D1-E89E-708B-66302D9547F5}"/>
              </a:ext>
            </a:extLst>
          </p:cNvPr>
          <p:cNvSpPr>
            <a:spLocks noGrp="1"/>
          </p:cNvSpPr>
          <p:nvPr>
            <p:ph type="dt" sz="half" idx="10"/>
          </p:nvPr>
        </p:nvSpPr>
        <p:spPr/>
        <p:txBody>
          <a:bodyPr/>
          <a:lstStyle/>
          <a:p>
            <a:fld id="{939D961A-3ADC-4A8A-850F-861DFE9BAA00}" type="datetimeFigureOut">
              <a:rPr lang="en-US" smtClean="0"/>
              <a:t>8/26/2025</a:t>
            </a:fld>
            <a:endParaRPr lang="en-US"/>
          </a:p>
        </p:txBody>
      </p:sp>
      <p:sp>
        <p:nvSpPr>
          <p:cNvPr id="3" name="Footer Placeholder 2">
            <a:extLst>
              <a:ext uri="{FF2B5EF4-FFF2-40B4-BE49-F238E27FC236}">
                <a16:creationId xmlns:a16="http://schemas.microsoft.com/office/drawing/2014/main" id="{A82AB26D-ABD3-2F04-AE9E-65ECE3CF95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9628DE-17C3-7EFF-17D8-0E29228870DD}"/>
              </a:ext>
            </a:extLst>
          </p:cNvPr>
          <p:cNvSpPr>
            <a:spLocks noGrp="1"/>
          </p:cNvSpPr>
          <p:nvPr>
            <p:ph type="sldNum" sz="quarter" idx="12"/>
          </p:nvPr>
        </p:nvSpPr>
        <p:spPr/>
        <p:txBody>
          <a:bodyPr/>
          <a:lstStyle/>
          <a:p>
            <a:fld id="{CF96ABC0-AC83-4BB8-BA22-2D266CCB492B}" type="slidenum">
              <a:rPr lang="en-US" smtClean="0"/>
              <a:t>‹#›</a:t>
            </a:fld>
            <a:endParaRPr lang="en-US"/>
          </a:p>
        </p:txBody>
      </p:sp>
    </p:spTree>
    <p:extLst>
      <p:ext uri="{BB962C8B-B14F-4D97-AF65-F5344CB8AC3E}">
        <p14:creationId xmlns:p14="http://schemas.microsoft.com/office/powerpoint/2010/main" val="1608862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D7FF0-F860-6623-EA29-B3935BD698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F008971-C3C2-6239-282D-611BC393AB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12951F-5D2C-1662-5239-2E9905FF27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5C5527-A80F-ED50-E64A-1CD85466DB7D}"/>
              </a:ext>
            </a:extLst>
          </p:cNvPr>
          <p:cNvSpPr>
            <a:spLocks noGrp="1"/>
          </p:cNvSpPr>
          <p:nvPr>
            <p:ph type="dt" sz="half" idx="10"/>
          </p:nvPr>
        </p:nvSpPr>
        <p:spPr/>
        <p:txBody>
          <a:bodyPr/>
          <a:lstStyle/>
          <a:p>
            <a:fld id="{939D961A-3ADC-4A8A-850F-861DFE9BAA00}" type="datetimeFigureOut">
              <a:rPr lang="en-US" smtClean="0"/>
              <a:t>8/26/2025</a:t>
            </a:fld>
            <a:endParaRPr lang="en-US"/>
          </a:p>
        </p:txBody>
      </p:sp>
      <p:sp>
        <p:nvSpPr>
          <p:cNvPr id="6" name="Footer Placeholder 5">
            <a:extLst>
              <a:ext uri="{FF2B5EF4-FFF2-40B4-BE49-F238E27FC236}">
                <a16:creationId xmlns:a16="http://schemas.microsoft.com/office/drawing/2014/main" id="{E138316A-9BB5-ADD1-1CA6-A64B04D70E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A74B6C-DF33-0E64-7ADD-F817FF109ACD}"/>
              </a:ext>
            </a:extLst>
          </p:cNvPr>
          <p:cNvSpPr>
            <a:spLocks noGrp="1"/>
          </p:cNvSpPr>
          <p:nvPr>
            <p:ph type="sldNum" sz="quarter" idx="12"/>
          </p:nvPr>
        </p:nvSpPr>
        <p:spPr/>
        <p:txBody>
          <a:bodyPr/>
          <a:lstStyle/>
          <a:p>
            <a:fld id="{CF96ABC0-AC83-4BB8-BA22-2D266CCB492B}" type="slidenum">
              <a:rPr lang="en-US" smtClean="0"/>
              <a:t>‹#›</a:t>
            </a:fld>
            <a:endParaRPr lang="en-US"/>
          </a:p>
        </p:txBody>
      </p:sp>
    </p:spTree>
    <p:extLst>
      <p:ext uri="{BB962C8B-B14F-4D97-AF65-F5344CB8AC3E}">
        <p14:creationId xmlns:p14="http://schemas.microsoft.com/office/powerpoint/2010/main" val="1058777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8A388-53F8-25FD-C0C1-988EFF41AD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795C7B-BE2C-43AD-7119-92EFF67375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84566A-A97D-499C-5774-DB51C49ACD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7C3C79-B09C-E4E8-EE7C-F39A0D892ED6}"/>
              </a:ext>
            </a:extLst>
          </p:cNvPr>
          <p:cNvSpPr>
            <a:spLocks noGrp="1"/>
          </p:cNvSpPr>
          <p:nvPr>
            <p:ph type="dt" sz="half" idx="10"/>
          </p:nvPr>
        </p:nvSpPr>
        <p:spPr/>
        <p:txBody>
          <a:bodyPr/>
          <a:lstStyle/>
          <a:p>
            <a:fld id="{939D961A-3ADC-4A8A-850F-861DFE9BAA00}" type="datetimeFigureOut">
              <a:rPr lang="en-US" smtClean="0"/>
              <a:t>8/26/2025</a:t>
            </a:fld>
            <a:endParaRPr lang="en-US"/>
          </a:p>
        </p:txBody>
      </p:sp>
      <p:sp>
        <p:nvSpPr>
          <p:cNvPr id="6" name="Footer Placeholder 5">
            <a:extLst>
              <a:ext uri="{FF2B5EF4-FFF2-40B4-BE49-F238E27FC236}">
                <a16:creationId xmlns:a16="http://schemas.microsoft.com/office/drawing/2014/main" id="{F5607317-591B-0E80-2303-F56C066610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F92231-D5B9-D3E2-3140-BB4C11FE4B47}"/>
              </a:ext>
            </a:extLst>
          </p:cNvPr>
          <p:cNvSpPr>
            <a:spLocks noGrp="1"/>
          </p:cNvSpPr>
          <p:nvPr>
            <p:ph type="sldNum" sz="quarter" idx="12"/>
          </p:nvPr>
        </p:nvSpPr>
        <p:spPr/>
        <p:txBody>
          <a:bodyPr/>
          <a:lstStyle/>
          <a:p>
            <a:fld id="{CF96ABC0-AC83-4BB8-BA22-2D266CCB492B}" type="slidenum">
              <a:rPr lang="en-US" smtClean="0"/>
              <a:t>‹#›</a:t>
            </a:fld>
            <a:endParaRPr lang="en-US"/>
          </a:p>
        </p:txBody>
      </p:sp>
    </p:spTree>
    <p:extLst>
      <p:ext uri="{BB962C8B-B14F-4D97-AF65-F5344CB8AC3E}">
        <p14:creationId xmlns:p14="http://schemas.microsoft.com/office/powerpoint/2010/main" val="1665831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B9117-E4DD-8B29-5744-75F71F3480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8742EB-175C-16BC-9FFB-6B35A39B56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158C8A-83E5-A988-34DA-BE70CC49DBF4}"/>
              </a:ext>
            </a:extLst>
          </p:cNvPr>
          <p:cNvSpPr>
            <a:spLocks noGrp="1"/>
          </p:cNvSpPr>
          <p:nvPr>
            <p:ph type="dt" sz="half" idx="10"/>
          </p:nvPr>
        </p:nvSpPr>
        <p:spPr/>
        <p:txBody>
          <a:bodyPr/>
          <a:lstStyle/>
          <a:p>
            <a:fld id="{939D961A-3ADC-4A8A-850F-861DFE9BAA00}" type="datetimeFigureOut">
              <a:rPr lang="en-US" smtClean="0"/>
              <a:t>8/26/2025</a:t>
            </a:fld>
            <a:endParaRPr lang="en-US"/>
          </a:p>
        </p:txBody>
      </p:sp>
      <p:sp>
        <p:nvSpPr>
          <p:cNvPr id="5" name="Footer Placeholder 4">
            <a:extLst>
              <a:ext uri="{FF2B5EF4-FFF2-40B4-BE49-F238E27FC236}">
                <a16:creationId xmlns:a16="http://schemas.microsoft.com/office/drawing/2014/main" id="{1300E7C4-2A01-6403-B585-0402ACC42A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B470D5-94C4-80E7-05E1-A1D933F886F4}"/>
              </a:ext>
            </a:extLst>
          </p:cNvPr>
          <p:cNvSpPr>
            <a:spLocks noGrp="1"/>
          </p:cNvSpPr>
          <p:nvPr>
            <p:ph type="sldNum" sz="quarter" idx="12"/>
          </p:nvPr>
        </p:nvSpPr>
        <p:spPr/>
        <p:txBody>
          <a:bodyPr/>
          <a:lstStyle/>
          <a:p>
            <a:fld id="{CF96ABC0-AC83-4BB8-BA22-2D266CCB492B}" type="slidenum">
              <a:rPr lang="en-US" smtClean="0"/>
              <a:t>‹#›</a:t>
            </a:fld>
            <a:endParaRPr lang="en-US"/>
          </a:p>
        </p:txBody>
      </p:sp>
    </p:spTree>
    <p:extLst>
      <p:ext uri="{BB962C8B-B14F-4D97-AF65-F5344CB8AC3E}">
        <p14:creationId xmlns:p14="http://schemas.microsoft.com/office/powerpoint/2010/main" val="2236013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F94784-A466-9617-4D6C-CAE9987B7C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CC502A-C7F0-953F-1C3C-C7B3E84D8A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ED6DB3-BA4A-E7AA-85B0-44C2561B32C7}"/>
              </a:ext>
            </a:extLst>
          </p:cNvPr>
          <p:cNvSpPr>
            <a:spLocks noGrp="1"/>
          </p:cNvSpPr>
          <p:nvPr>
            <p:ph type="dt" sz="half" idx="10"/>
          </p:nvPr>
        </p:nvSpPr>
        <p:spPr/>
        <p:txBody>
          <a:bodyPr/>
          <a:lstStyle/>
          <a:p>
            <a:fld id="{939D961A-3ADC-4A8A-850F-861DFE9BAA00}" type="datetimeFigureOut">
              <a:rPr lang="en-US" smtClean="0"/>
              <a:t>8/26/2025</a:t>
            </a:fld>
            <a:endParaRPr lang="en-US"/>
          </a:p>
        </p:txBody>
      </p:sp>
      <p:sp>
        <p:nvSpPr>
          <p:cNvPr id="5" name="Footer Placeholder 4">
            <a:extLst>
              <a:ext uri="{FF2B5EF4-FFF2-40B4-BE49-F238E27FC236}">
                <a16:creationId xmlns:a16="http://schemas.microsoft.com/office/drawing/2014/main" id="{5C16D048-8BB2-FE3F-874E-D7DD79CECC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C53DA9-21B9-F2F3-799F-12DAB01EFE9F}"/>
              </a:ext>
            </a:extLst>
          </p:cNvPr>
          <p:cNvSpPr>
            <a:spLocks noGrp="1"/>
          </p:cNvSpPr>
          <p:nvPr>
            <p:ph type="sldNum" sz="quarter" idx="12"/>
          </p:nvPr>
        </p:nvSpPr>
        <p:spPr/>
        <p:txBody>
          <a:bodyPr/>
          <a:lstStyle/>
          <a:p>
            <a:fld id="{CF96ABC0-AC83-4BB8-BA22-2D266CCB492B}" type="slidenum">
              <a:rPr lang="en-US" smtClean="0"/>
              <a:t>‹#›</a:t>
            </a:fld>
            <a:endParaRPr lang="en-US"/>
          </a:p>
        </p:txBody>
      </p:sp>
    </p:spTree>
    <p:extLst>
      <p:ext uri="{BB962C8B-B14F-4D97-AF65-F5344CB8AC3E}">
        <p14:creationId xmlns:p14="http://schemas.microsoft.com/office/powerpoint/2010/main" val="29217128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Title 7"/>
          <p:cNvSpPr>
            <a:spLocks noGrp="1"/>
          </p:cNvSpPr>
          <p:nvPr>
            <p:ph type="ctrTitle"/>
          </p:nvPr>
        </p:nvSpPr>
        <p:spPr>
          <a:xfrm>
            <a:off x="3149600" y="4038600"/>
            <a:ext cx="8636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3149600" y="6050037"/>
            <a:ext cx="89408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101600" y="6068699"/>
            <a:ext cx="2743200" cy="685800"/>
          </a:xfrm>
        </p:spPr>
        <p:txBody>
          <a:bodyPr>
            <a:noAutofit/>
          </a:bodyPr>
          <a:lstStyle>
            <a:lvl1pPr algn="ctr">
              <a:defRPr sz="2000">
                <a:solidFill>
                  <a:srgbClr val="FFFFFF"/>
                </a:solidFill>
              </a:defRPr>
            </a:lvl1pPr>
          </a:lstStyle>
          <a:p>
            <a:fld id="{1D8BD707-D9CF-40AE-B4C6-C98DA3205C09}" type="datetimeFigureOut">
              <a:rPr lang="en-US" smtClean="0"/>
              <a:pPr/>
              <a:t>8/26/2025</a:t>
            </a:fld>
            <a:endParaRPr lang="en-US"/>
          </a:p>
        </p:txBody>
      </p:sp>
      <p:sp>
        <p:nvSpPr>
          <p:cNvPr id="17" name="Footer Placeholder 16"/>
          <p:cNvSpPr>
            <a:spLocks noGrp="1"/>
          </p:cNvSpPr>
          <p:nvPr>
            <p:ph type="ftr" sz="quarter" idx="11"/>
          </p:nvPr>
        </p:nvSpPr>
        <p:spPr>
          <a:xfrm>
            <a:off x="2780524" y="236540"/>
            <a:ext cx="78232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chemeClr val="tx2"/>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695303461"/>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6864" y="228600"/>
            <a:ext cx="108712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816864" y="1600200"/>
            <a:ext cx="108712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994675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2" y="2743202"/>
            <a:ext cx="9497484"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1D8BD707-D9CF-40AE-B4C6-C98DA3205C09}" type="datetimeFigureOut">
              <a:rPr lang="en-US" smtClean="0"/>
              <a:pPr/>
              <a:t>8/26/2025</a:t>
            </a:fld>
            <a:endParaRPr lang="en-US"/>
          </a:p>
        </p:txBody>
      </p:sp>
      <p:sp>
        <p:nvSpPr>
          <p:cNvPr id="13" name="Slide Number Placeholder 12"/>
          <p:cNvSpPr>
            <a:spLocks noGrp="1"/>
          </p:cNvSpPr>
          <p:nvPr>
            <p:ph type="sldNum" sz="quarter" idx="11"/>
          </p:nvPr>
        </p:nvSpPr>
        <p:spPr>
          <a:xfrm>
            <a:off x="0" y="1752600"/>
            <a:ext cx="17272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377811419"/>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812800" y="1589567"/>
            <a:ext cx="5181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459868" y="1589567"/>
            <a:ext cx="5181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8/26/2025</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extLst>
      <p:ext uri="{BB962C8B-B14F-4D97-AF65-F5344CB8AC3E}">
        <p14:creationId xmlns:p14="http://schemas.microsoft.com/office/powerpoint/2010/main" val="27115102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11200" y="273051"/>
            <a:ext cx="108712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812800" y="2438400"/>
            <a:ext cx="51816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400800" y="2438400"/>
            <a:ext cx="51816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8/26/2025</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extLst>
      <p:ext uri="{BB962C8B-B14F-4D97-AF65-F5344CB8AC3E}">
        <p14:creationId xmlns:p14="http://schemas.microsoft.com/office/powerpoint/2010/main" val="3726089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2604660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2813166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273051"/>
            <a:ext cx="107696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812800" y="1752600"/>
            <a:ext cx="21336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3149600" y="1752600"/>
            <a:ext cx="85344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922498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133600" y="5486400"/>
            <a:ext cx="97536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2060448" y="4654296"/>
            <a:ext cx="10131552"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2133600" y="4648200"/>
            <a:ext cx="97536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Date Placeholder 11"/>
          <p:cNvSpPr>
            <a:spLocks noGrp="1"/>
          </p:cNvSpPr>
          <p:nvPr>
            <p:ph type="dt" sz="half" idx="10"/>
          </p:nvPr>
        </p:nvSpPr>
        <p:spPr>
          <a:xfrm>
            <a:off x="8331200" y="6248402"/>
            <a:ext cx="3556000" cy="365125"/>
          </a:xfrm>
        </p:spPr>
        <p:txBody>
          <a:bodyPr rtlCol="0"/>
          <a:lstStyle/>
          <a:p>
            <a:fld id="{1D8BD707-D9CF-40AE-B4C6-C98DA3205C09}" type="datetimeFigureOut">
              <a:rPr lang="en-US" smtClean="0"/>
              <a:pPr/>
              <a:t>8/26/2025</a:t>
            </a:fld>
            <a:endParaRPr lang="en-US"/>
          </a:p>
        </p:txBody>
      </p:sp>
      <p:sp>
        <p:nvSpPr>
          <p:cNvPr id="13" name="Slide Number Placeholder 12"/>
          <p:cNvSpPr>
            <a:spLocks noGrp="1"/>
          </p:cNvSpPr>
          <p:nvPr>
            <p:ph type="sldNum" sz="quarter" idx="11"/>
          </p:nvPr>
        </p:nvSpPr>
        <p:spPr>
          <a:xfrm>
            <a:off x="0" y="4667250"/>
            <a:ext cx="19304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2133600" y="6248208"/>
            <a:ext cx="6096000" cy="365125"/>
          </a:xfrm>
        </p:spPr>
        <p:txBody>
          <a:bodyPr rtlCol="0"/>
          <a:lstStyle/>
          <a:p>
            <a:endParaRPr lang="en-US"/>
          </a:p>
        </p:txBody>
      </p:sp>
      <p:sp>
        <p:nvSpPr>
          <p:cNvPr id="3" name="Picture Placeholder 2"/>
          <p:cNvSpPr>
            <a:spLocks noGrp="1"/>
          </p:cNvSpPr>
          <p:nvPr>
            <p:ph type="pic" idx="1"/>
          </p:nvPr>
        </p:nvSpPr>
        <p:spPr>
          <a:xfrm>
            <a:off x="2080768" y="0"/>
            <a:ext cx="10111232"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extLst>
      <p:ext uri="{BB962C8B-B14F-4D97-AF65-F5344CB8AC3E}">
        <p14:creationId xmlns:p14="http://schemas.microsoft.com/office/powerpoint/2010/main" val="164827692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128049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609602"/>
            <a:ext cx="27432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609601"/>
            <a:ext cx="74168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8737600" y="6248404"/>
            <a:ext cx="2946400" cy="365125"/>
          </a:xfrm>
        </p:spPr>
        <p:txBody>
          <a:bodyPr/>
          <a:lstStyle/>
          <a:p>
            <a:fld id="{1D8BD707-D9CF-40AE-B4C6-C98DA3205C09}" type="datetimeFigureOut">
              <a:rPr lang="en-US" smtClean="0"/>
              <a:pPr/>
              <a:t>8/26/2025</a:t>
            </a:fld>
            <a:endParaRPr lang="en-US"/>
          </a:p>
        </p:txBody>
      </p:sp>
      <p:sp>
        <p:nvSpPr>
          <p:cNvPr id="5" name="Footer Placeholder 4"/>
          <p:cNvSpPr>
            <a:spLocks noGrp="1"/>
          </p:cNvSpPr>
          <p:nvPr>
            <p:ph type="ftr" sz="quarter" idx="11"/>
          </p:nvPr>
        </p:nvSpPr>
        <p:spPr>
          <a:xfrm>
            <a:off x="609602" y="6248209"/>
            <a:ext cx="7431311" cy="365125"/>
          </a:xfrm>
        </p:spPr>
        <p:txBody>
          <a:bodyPr/>
          <a:lstStyle/>
          <a:p>
            <a:endParaRPr lang="en-US"/>
          </a:p>
        </p:txBody>
      </p:sp>
      <p:sp>
        <p:nvSpPr>
          <p:cNvPr id="7" name="Rectangle 6"/>
          <p:cNvSpPr/>
          <p:nvPr/>
        </p:nvSpPr>
        <p:spPr bwMode="white">
          <a:xfrm>
            <a:off x="8128425" y="0"/>
            <a:ext cx="42672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8" name="Rectangle 7"/>
          <p:cNvSpPr/>
          <p:nvPr/>
        </p:nvSpPr>
        <p:spPr>
          <a:xfrm>
            <a:off x="8189385" y="609600"/>
            <a:ext cx="3048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9" name="Rectangle 8"/>
          <p:cNvSpPr/>
          <p:nvPr/>
        </p:nvSpPr>
        <p:spPr>
          <a:xfrm>
            <a:off x="8189385" y="0"/>
            <a:ext cx="3048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6" name="Slide Number Placeholder 5"/>
          <p:cNvSpPr>
            <a:spLocks noGrp="1"/>
          </p:cNvSpPr>
          <p:nvPr>
            <p:ph type="sldNum" sz="quarter" idx="12"/>
          </p:nvPr>
        </p:nvSpPr>
        <p:spPr>
          <a:xfrm rot="5400000">
            <a:off x="8075085" y="103717"/>
            <a:ext cx="533400" cy="32596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1273170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1093BB-CE24-55CB-9425-66BEF184DB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32C54B-5EA0-0A10-C3D1-069FE04B97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4C56FC-344D-473F-9FA0-4865B18023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9D961A-3ADC-4A8A-850F-861DFE9BAA00}" type="datetimeFigureOut">
              <a:rPr lang="en-US" smtClean="0"/>
              <a:t>8/26/2025</a:t>
            </a:fld>
            <a:endParaRPr lang="en-US"/>
          </a:p>
        </p:txBody>
      </p:sp>
      <p:sp>
        <p:nvSpPr>
          <p:cNvPr id="5" name="Footer Placeholder 4">
            <a:extLst>
              <a:ext uri="{FF2B5EF4-FFF2-40B4-BE49-F238E27FC236}">
                <a16:creationId xmlns:a16="http://schemas.microsoft.com/office/drawing/2014/main" id="{0D781A1D-81A0-70B9-3E9B-4D63BCA5B9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BF92832-0819-1CD3-C71B-1CAF06BD01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96ABC0-AC83-4BB8-BA22-2D266CCB492B}" type="slidenum">
              <a:rPr lang="en-US" smtClean="0"/>
              <a:t>‹#›</a:t>
            </a:fld>
            <a:endParaRPr lang="en-US"/>
          </a:p>
        </p:txBody>
      </p:sp>
    </p:spTree>
    <p:extLst>
      <p:ext uri="{BB962C8B-B14F-4D97-AF65-F5344CB8AC3E}">
        <p14:creationId xmlns:p14="http://schemas.microsoft.com/office/powerpoint/2010/main" val="2255208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812800" y="228600"/>
            <a:ext cx="108712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816864" y="1600200"/>
            <a:ext cx="108712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128000" y="6248402"/>
            <a:ext cx="3556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8/26/2025</a:t>
            </a:fld>
            <a:endParaRPr lang="en-US"/>
          </a:p>
        </p:txBody>
      </p:sp>
      <p:sp>
        <p:nvSpPr>
          <p:cNvPr id="3" name="Footer Placeholder 2"/>
          <p:cNvSpPr>
            <a:spLocks noGrp="1"/>
          </p:cNvSpPr>
          <p:nvPr>
            <p:ph type="ftr" sz="quarter" idx="3"/>
          </p:nvPr>
        </p:nvSpPr>
        <p:spPr>
          <a:xfrm>
            <a:off x="812802" y="6248208"/>
            <a:ext cx="7228111"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0" y="1280160"/>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787400" y="1280160"/>
            <a:ext cx="11404601"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3" name="Slide Number Placeholder 22"/>
          <p:cNvSpPr>
            <a:spLocks noGrp="1"/>
          </p:cNvSpPr>
          <p:nvPr>
            <p:ph type="sldNum" sz="quarter" idx="4"/>
          </p:nvPr>
        </p:nvSpPr>
        <p:spPr>
          <a:xfrm>
            <a:off x="0" y="1272222"/>
            <a:ext cx="7112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487166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Angular Eager and Lazy Loading</a:t>
            </a:r>
          </a:p>
        </p:txBody>
      </p:sp>
      <p:sp>
        <p:nvSpPr>
          <p:cNvPr id="5" name="Content Placeholder 4"/>
          <p:cNvSpPr>
            <a:spLocks noGrp="1"/>
          </p:cNvSpPr>
          <p:nvPr>
            <p:ph sz="quarter" idx="1"/>
          </p:nvPr>
        </p:nvSpPr>
        <p:spPr/>
        <p:txBody>
          <a:bodyPr>
            <a:normAutofit/>
          </a:bodyPr>
          <a:lstStyle/>
          <a:p>
            <a:r>
              <a:rPr lang="en-US" sz="2000" dirty="0"/>
              <a:t>In </a:t>
            </a:r>
            <a:r>
              <a:rPr lang="en-US" sz="2000" b="1" dirty="0"/>
              <a:t>Angular</a:t>
            </a:r>
            <a:r>
              <a:rPr lang="en-US" sz="2000" dirty="0"/>
              <a:t>, </a:t>
            </a:r>
            <a:r>
              <a:rPr lang="en-US" sz="2000" b="1" dirty="0"/>
              <a:t>eager loading</a:t>
            </a:r>
            <a:r>
              <a:rPr lang="en-US" sz="2000" dirty="0"/>
              <a:t> and </a:t>
            </a:r>
            <a:r>
              <a:rPr lang="en-US" sz="2000" b="1" dirty="0"/>
              <a:t>lazy loading</a:t>
            </a:r>
            <a:r>
              <a:rPr lang="en-US" sz="2000" dirty="0"/>
              <a:t> are strategies to load </a:t>
            </a:r>
            <a:r>
              <a:rPr lang="en-US" sz="2000" b="1" dirty="0"/>
              <a:t>modules</a:t>
            </a:r>
            <a:r>
              <a:rPr lang="en-US" sz="2000" dirty="0"/>
              <a:t> in your application.</a:t>
            </a:r>
          </a:p>
          <a:p>
            <a:r>
              <a:rPr lang="en-US" sz="2000" dirty="0"/>
              <a:t>They mainly affect </a:t>
            </a:r>
            <a:r>
              <a:rPr lang="en-US" sz="2000" b="1" dirty="0"/>
              <a:t>performance</a:t>
            </a:r>
            <a:r>
              <a:rPr lang="en-US" sz="2000" dirty="0"/>
              <a:t> and </a:t>
            </a:r>
            <a:r>
              <a:rPr lang="en-US" sz="2000" b="1" dirty="0"/>
              <a:t>initial load time in larger applications</a:t>
            </a:r>
            <a:r>
              <a:rPr lang="en-US" sz="2000" dirty="0"/>
              <a:t>.</a:t>
            </a:r>
          </a:p>
          <a:p>
            <a:endParaRPr lang="en-US" sz="2000" dirty="0"/>
          </a:p>
          <a:p>
            <a:endParaRPr lang="en-US" sz="2000" dirty="0"/>
          </a:p>
          <a:p>
            <a:endParaRPr lang="en-US" dirty="0"/>
          </a:p>
          <a:p>
            <a:endParaRPr lang="en-US" sz="2400" dirty="0"/>
          </a:p>
          <a:p>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E279A-0DBC-DF1D-A036-4A980E0A120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0F4B77C-FA1C-BD7B-6F79-099D066D3B9A}"/>
              </a:ext>
            </a:extLst>
          </p:cNvPr>
          <p:cNvSpPr>
            <a:spLocks noGrp="1"/>
          </p:cNvSpPr>
          <p:nvPr>
            <p:ph type="title"/>
          </p:nvPr>
        </p:nvSpPr>
        <p:spPr/>
        <p:txBody>
          <a:bodyPr>
            <a:normAutofit/>
          </a:bodyPr>
          <a:lstStyle/>
          <a:p>
            <a:r>
              <a:rPr lang="en-US" dirty="0"/>
              <a:t>Angular Eager and Lazy Loading</a:t>
            </a:r>
          </a:p>
        </p:txBody>
      </p:sp>
      <p:sp>
        <p:nvSpPr>
          <p:cNvPr id="5" name="Content Placeholder 4">
            <a:extLst>
              <a:ext uri="{FF2B5EF4-FFF2-40B4-BE49-F238E27FC236}">
                <a16:creationId xmlns:a16="http://schemas.microsoft.com/office/drawing/2014/main" id="{5FC642BA-4683-D2D5-9EA7-870FA562DF58}"/>
              </a:ext>
            </a:extLst>
          </p:cNvPr>
          <p:cNvSpPr>
            <a:spLocks noGrp="1"/>
          </p:cNvSpPr>
          <p:nvPr>
            <p:ph sz="quarter" idx="1"/>
          </p:nvPr>
        </p:nvSpPr>
        <p:spPr/>
        <p:txBody>
          <a:bodyPr>
            <a:normAutofit lnSpcReduction="10000"/>
          </a:bodyPr>
          <a:lstStyle/>
          <a:p>
            <a:r>
              <a:rPr lang="en-US" sz="2400" dirty="0"/>
              <a:t>1. Eager Loading</a:t>
            </a:r>
          </a:p>
          <a:p>
            <a:r>
              <a:rPr lang="en-US" sz="2400" dirty="0"/>
              <a:t>Eager loading is the default strategy in Angular where all modules and dependencies are loaded before the application starts. </a:t>
            </a:r>
          </a:p>
          <a:p>
            <a:r>
              <a:rPr lang="en-US" sz="2400" dirty="0"/>
              <a:t>This approach is suitable for small applications since it ensures all features are immediately available, but can lead to slower initial load times for larger apps</a:t>
            </a:r>
          </a:p>
          <a:p>
            <a:r>
              <a:rPr lang="en-US" sz="2400" dirty="0"/>
              <a:t>This approach is suitable when certain modules are critical and always needed.</a:t>
            </a:r>
          </a:p>
          <a:p>
            <a:r>
              <a:rPr lang="en-US" sz="2400" dirty="0"/>
              <a:t>The benefit of eager loading is that once the app is loaded, navigation between different parts of the application is very fast since all the necessary code is already available in the browser.</a:t>
            </a:r>
          </a:p>
          <a:p>
            <a:r>
              <a:rPr lang="en-US" sz="2400" dirty="0"/>
              <a:t> However, this can result in a larger initial bundle size and a longer initial loading time, which can be a poor user experience, especially on slow networks or mobile devices.</a:t>
            </a:r>
          </a:p>
          <a:p>
            <a:endParaRPr lang="en-US" sz="2000" dirty="0"/>
          </a:p>
          <a:p>
            <a:endParaRPr lang="en-US" dirty="0"/>
          </a:p>
          <a:p>
            <a:endParaRPr lang="en-US" sz="2400" dirty="0"/>
          </a:p>
          <a:p>
            <a:endParaRPr lang="en-US" dirty="0"/>
          </a:p>
          <a:p>
            <a:endParaRPr lang="en-US" dirty="0"/>
          </a:p>
        </p:txBody>
      </p:sp>
    </p:spTree>
    <p:extLst>
      <p:ext uri="{BB962C8B-B14F-4D97-AF65-F5344CB8AC3E}">
        <p14:creationId xmlns:p14="http://schemas.microsoft.com/office/powerpoint/2010/main" val="2573305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A7AFD-2EB4-AE27-3229-24505BFE02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98E846D-0A24-9E8B-9208-05C15B7749FD}"/>
              </a:ext>
            </a:extLst>
          </p:cNvPr>
          <p:cNvSpPr>
            <a:spLocks noGrp="1"/>
          </p:cNvSpPr>
          <p:nvPr>
            <p:ph type="title"/>
          </p:nvPr>
        </p:nvSpPr>
        <p:spPr/>
        <p:txBody>
          <a:bodyPr>
            <a:normAutofit/>
          </a:bodyPr>
          <a:lstStyle/>
          <a:p>
            <a:r>
              <a:rPr lang="en-US" dirty="0"/>
              <a:t>Angular Eager and Lazy Loading</a:t>
            </a:r>
          </a:p>
        </p:txBody>
      </p:sp>
      <p:sp>
        <p:nvSpPr>
          <p:cNvPr id="5" name="Content Placeholder 4">
            <a:extLst>
              <a:ext uri="{FF2B5EF4-FFF2-40B4-BE49-F238E27FC236}">
                <a16:creationId xmlns:a16="http://schemas.microsoft.com/office/drawing/2014/main" id="{E217C218-FE8D-D6D0-380C-5DD469B3F3AB}"/>
              </a:ext>
            </a:extLst>
          </p:cNvPr>
          <p:cNvSpPr>
            <a:spLocks noGrp="1"/>
          </p:cNvSpPr>
          <p:nvPr>
            <p:ph sz="quarter" idx="1"/>
          </p:nvPr>
        </p:nvSpPr>
        <p:spPr/>
        <p:txBody>
          <a:bodyPr>
            <a:normAutofit/>
          </a:bodyPr>
          <a:lstStyle/>
          <a:p>
            <a:endParaRPr lang="en-US" sz="2400" dirty="0"/>
          </a:p>
          <a:p>
            <a:endParaRPr lang="en-US" sz="2400" dirty="0"/>
          </a:p>
          <a:p>
            <a:endParaRPr lang="en-US" sz="2400" dirty="0"/>
          </a:p>
          <a:p>
            <a:endParaRPr lang="en-US" sz="2400" dirty="0"/>
          </a:p>
          <a:p>
            <a:endParaRPr lang="en-US" sz="2400" dirty="0"/>
          </a:p>
          <a:p>
            <a:endParaRPr lang="en-US" sz="2400" dirty="0"/>
          </a:p>
          <a:p>
            <a:endParaRPr lang="en-US" sz="2000" dirty="0"/>
          </a:p>
          <a:p>
            <a:r>
              <a:rPr lang="en-US" sz="2400" dirty="0"/>
              <a:t>In this simple example, the </a:t>
            </a:r>
            <a:r>
              <a:rPr lang="en-US" sz="2400" dirty="0" err="1"/>
              <a:t>HomeComponent</a:t>
            </a:r>
            <a:r>
              <a:rPr lang="en-US" sz="2400" dirty="0"/>
              <a:t> and </a:t>
            </a:r>
            <a:r>
              <a:rPr lang="en-US" sz="2400" dirty="0" err="1"/>
              <a:t>AboutComponent</a:t>
            </a:r>
            <a:r>
              <a:rPr lang="en-US" sz="2400" dirty="0"/>
              <a:t> are part of the main application bundle. When the application loads, both components' code is downloaded, making the navigation to /about almost instantaneous.</a:t>
            </a:r>
          </a:p>
          <a:p>
            <a:endParaRPr lang="en-US" dirty="0"/>
          </a:p>
          <a:p>
            <a:endParaRPr lang="en-US" sz="2400" dirty="0"/>
          </a:p>
          <a:p>
            <a:endParaRPr lang="en-US" dirty="0"/>
          </a:p>
          <a:p>
            <a:endParaRPr lang="en-US" dirty="0"/>
          </a:p>
        </p:txBody>
      </p:sp>
      <p:pic>
        <p:nvPicPr>
          <p:cNvPr id="7" name="Picture 6">
            <a:extLst>
              <a:ext uri="{FF2B5EF4-FFF2-40B4-BE49-F238E27FC236}">
                <a16:creationId xmlns:a16="http://schemas.microsoft.com/office/drawing/2014/main" id="{64A5B78A-1BDD-2C60-6B49-4AB544D31E77}"/>
              </a:ext>
            </a:extLst>
          </p:cNvPr>
          <p:cNvPicPr>
            <a:picLocks noChangeAspect="1"/>
          </p:cNvPicPr>
          <p:nvPr/>
        </p:nvPicPr>
        <p:blipFill>
          <a:blip r:embed="rId3"/>
          <a:stretch>
            <a:fillRect/>
          </a:stretch>
        </p:blipFill>
        <p:spPr>
          <a:xfrm>
            <a:off x="2244597" y="1746141"/>
            <a:ext cx="6703460" cy="2841031"/>
          </a:xfrm>
          <a:prstGeom prst="rect">
            <a:avLst/>
          </a:prstGeom>
        </p:spPr>
      </p:pic>
    </p:spTree>
    <p:extLst>
      <p:ext uri="{BB962C8B-B14F-4D97-AF65-F5344CB8AC3E}">
        <p14:creationId xmlns:p14="http://schemas.microsoft.com/office/powerpoint/2010/main" val="4209502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1FDE4-D58B-7493-60C2-337D6B49BEB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4C35E7-A62A-461C-DD42-416A92215033}"/>
              </a:ext>
            </a:extLst>
          </p:cNvPr>
          <p:cNvSpPr>
            <a:spLocks noGrp="1"/>
          </p:cNvSpPr>
          <p:nvPr>
            <p:ph type="title"/>
          </p:nvPr>
        </p:nvSpPr>
        <p:spPr/>
        <p:txBody>
          <a:bodyPr>
            <a:normAutofit/>
          </a:bodyPr>
          <a:lstStyle/>
          <a:p>
            <a:r>
              <a:rPr lang="en-US" dirty="0"/>
              <a:t>Angular Eager and Lazy Loading</a:t>
            </a:r>
          </a:p>
        </p:txBody>
      </p:sp>
      <p:sp>
        <p:nvSpPr>
          <p:cNvPr id="5" name="Content Placeholder 4">
            <a:extLst>
              <a:ext uri="{FF2B5EF4-FFF2-40B4-BE49-F238E27FC236}">
                <a16:creationId xmlns:a16="http://schemas.microsoft.com/office/drawing/2014/main" id="{459F9F4A-F102-3B1B-B4B2-CA6244B35EB1}"/>
              </a:ext>
            </a:extLst>
          </p:cNvPr>
          <p:cNvSpPr>
            <a:spLocks noGrp="1"/>
          </p:cNvSpPr>
          <p:nvPr>
            <p:ph sz="quarter" idx="1"/>
          </p:nvPr>
        </p:nvSpPr>
        <p:spPr/>
        <p:txBody>
          <a:bodyPr>
            <a:normAutofit/>
          </a:bodyPr>
          <a:lstStyle/>
          <a:p>
            <a:r>
              <a:rPr lang="en-US" sz="2400" dirty="0"/>
              <a:t>2. Lazy Loading</a:t>
            </a:r>
          </a:p>
          <a:p>
            <a:r>
              <a:rPr lang="en-US" sz="2400" dirty="0"/>
              <a:t>Modules are loaded </a:t>
            </a:r>
            <a:r>
              <a:rPr lang="en-US" sz="2400" b="1" dirty="0"/>
              <a:t>only when their routes are accessed</a:t>
            </a:r>
            <a:r>
              <a:rPr lang="en-US" sz="2400" dirty="0"/>
              <a:t>.</a:t>
            </a:r>
          </a:p>
          <a:p>
            <a:r>
              <a:rPr lang="en-US" sz="2400" dirty="0"/>
              <a:t>Lazy loading useful In large apps where not all modules are required immediately, to </a:t>
            </a:r>
            <a:r>
              <a:rPr lang="en-US" sz="2400" b="1" dirty="0"/>
              <a:t>reduce initial bundle size</a:t>
            </a:r>
            <a:r>
              <a:rPr lang="en-US" sz="2400" dirty="0"/>
              <a:t>.</a:t>
            </a:r>
          </a:p>
          <a:p>
            <a:r>
              <a:rPr lang="en-US" sz="2400" dirty="0"/>
              <a:t>This technique is highly effective for improving load times and reducing memory footprint in large Angular applications.</a:t>
            </a:r>
          </a:p>
          <a:p>
            <a:r>
              <a:rPr lang="en-US" sz="2400" dirty="0"/>
              <a:t>When a user requests a route that corresponds to a lazy-loaded module, Angular downloads and loads the module's code in the background. This is a best practice for large-scale applications with many features.</a:t>
            </a:r>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4228605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C13D7-0F48-6F2F-D7E7-2BAA03CE8EF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505991-13E4-0383-25E7-4F31761F3308}"/>
              </a:ext>
            </a:extLst>
          </p:cNvPr>
          <p:cNvSpPr>
            <a:spLocks noGrp="1"/>
          </p:cNvSpPr>
          <p:nvPr>
            <p:ph type="title"/>
          </p:nvPr>
        </p:nvSpPr>
        <p:spPr/>
        <p:txBody>
          <a:bodyPr>
            <a:normAutofit/>
          </a:bodyPr>
          <a:lstStyle/>
          <a:p>
            <a:r>
              <a:rPr lang="en-US" dirty="0"/>
              <a:t>Angular Eager vs Lazy Loading</a:t>
            </a:r>
          </a:p>
        </p:txBody>
      </p:sp>
      <p:sp>
        <p:nvSpPr>
          <p:cNvPr id="5" name="Content Placeholder 4">
            <a:extLst>
              <a:ext uri="{FF2B5EF4-FFF2-40B4-BE49-F238E27FC236}">
                <a16:creationId xmlns:a16="http://schemas.microsoft.com/office/drawing/2014/main" id="{984371B2-A6EA-D356-F9E4-E58CDE055A00}"/>
              </a:ext>
            </a:extLst>
          </p:cNvPr>
          <p:cNvSpPr>
            <a:spLocks noGrp="1"/>
          </p:cNvSpPr>
          <p:nvPr>
            <p:ph sz="quarter" idx="1"/>
          </p:nvPr>
        </p:nvSpPr>
        <p:spPr/>
        <p:txBody>
          <a:bodyPr>
            <a:normAutofit/>
          </a:bodyPr>
          <a:lstStyle/>
          <a:p>
            <a:endParaRPr lang="en-US" sz="2400" dirty="0"/>
          </a:p>
          <a:p>
            <a:endParaRPr lang="en-US" sz="2400" dirty="0"/>
          </a:p>
          <a:p>
            <a:endParaRPr lang="en-US" sz="2400" dirty="0"/>
          </a:p>
          <a:p>
            <a:endParaRPr lang="en-US" sz="2400" dirty="0"/>
          </a:p>
        </p:txBody>
      </p:sp>
      <p:graphicFrame>
        <p:nvGraphicFramePr>
          <p:cNvPr id="2" name="Table 1">
            <a:extLst>
              <a:ext uri="{FF2B5EF4-FFF2-40B4-BE49-F238E27FC236}">
                <a16:creationId xmlns:a16="http://schemas.microsoft.com/office/drawing/2014/main" id="{CDDC7D77-95A4-A1AC-0A54-60EBDF1A0E6D}"/>
              </a:ext>
            </a:extLst>
          </p:cNvPr>
          <p:cNvGraphicFramePr>
            <a:graphicFrameLocks noGrp="1"/>
          </p:cNvGraphicFramePr>
          <p:nvPr>
            <p:extLst>
              <p:ext uri="{D42A27DB-BD31-4B8C-83A1-F6EECF244321}">
                <p14:modId xmlns:p14="http://schemas.microsoft.com/office/powerpoint/2010/main" val="3387151633"/>
              </p:ext>
            </p:extLst>
          </p:nvPr>
        </p:nvGraphicFramePr>
        <p:xfrm>
          <a:off x="1618343" y="2098040"/>
          <a:ext cx="9376227" cy="2661920"/>
        </p:xfrm>
        <a:graphic>
          <a:graphicData uri="http://schemas.openxmlformats.org/drawingml/2006/table">
            <a:tbl>
              <a:tblPr firstRow="1" bandRow="1">
                <a:tableStyleId>{5C22544A-7EE6-4342-B048-85BDC9FD1C3A}</a:tableStyleId>
              </a:tblPr>
              <a:tblGrid>
                <a:gridCol w="3125409">
                  <a:extLst>
                    <a:ext uri="{9D8B030D-6E8A-4147-A177-3AD203B41FA5}">
                      <a16:colId xmlns:a16="http://schemas.microsoft.com/office/drawing/2014/main" val="1556624105"/>
                    </a:ext>
                  </a:extLst>
                </a:gridCol>
                <a:gridCol w="3125409">
                  <a:extLst>
                    <a:ext uri="{9D8B030D-6E8A-4147-A177-3AD203B41FA5}">
                      <a16:colId xmlns:a16="http://schemas.microsoft.com/office/drawing/2014/main" val="1298293541"/>
                    </a:ext>
                  </a:extLst>
                </a:gridCol>
                <a:gridCol w="3125409">
                  <a:extLst>
                    <a:ext uri="{9D8B030D-6E8A-4147-A177-3AD203B41FA5}">
                      <a16:colId xmlns:a16="http://schemas.microsoft.com/office/drawing/2014/main" val="2804754930"/>
                    </a:ext>
                  </a:extLst>
                </a:gridCol>
              </a:tblGrid>
              <a:tr h="370840">
                <a:tc>
                  <a:txBody>
                    <a:bodyPr/>
                    <a:lstStyle/>
                    <a:p>
                      <a:pPr>
                        <a:buNone/>
                      </a:pPr>
                      <a:r>
                        <a:rPr lang="en-US" dirty="0"/>
                        <a:t>Feature</a:t>
                      </a:r>
                    </a:p>
                  </a:txBody>
                  <a:tcPr anchor="ctr"/>
                </a:tc>
                <a:tc>
                  <a:txBody>
                    <a:bodyPr/>
                    <a:lstStyle/>
                    <a:p>
                      <a:pPr>
                        <a:buNone/>
                      </a:pPr>
                      <a:r>
                        <a:rPr lang="en-US"/>
                        <a:t>Eager Loading</a:t>
                      </a:r>
                    </a:p>
                  </a:txBody>
                  <a:tcPr anchor="ctr"/>
                </a:tc>
                <a:tc>
                  <a:txBody>
                    <a:bodyPr/>
                    <a:lstStyle/>
                    <a:p>
                      <a:pPr>
                        <a:buNone/>
                      </a:pPr>
                      <a:r>
                        <a:rPr lang="en-US"/>
                        <a:t>Lazy Loading</a:t>
                      </a:r>
                    </a:p>
                  </a:txBody>
                  <a:tcPr anchor="ctr"/>
                </a:tc>
                <a:extLst>
                  <a:ext uri="{0D108BD9-81ED-4DB2-BD59-A6C34878D82A}">
                    <a16:rowId xmlns:a16="http://schemas.microsoft.com/office/drawing/2014/main" val="2926014717"/>
                  </a:ext>
                </a:extLst>
              </a:tr>
              <a:tr h="370840">
                <a:tc>
                  <a:txBody>
                    <a:bodyPr/>
                    <a:lstStyle/>
                    <a:p>
                      <a:pPr>
                        <a:buNone/>
                      </a:pPr>
                      <a:r>
                        <a:rPr lang="en-US" b="1"/>
                        <a:t>When modules are loaded</a:t>
                      </a:r>
                      <a:endParaRPr lang="en-US"/>
                    </a:p>
                  </a:txBody>
                  <a:tcPr anchor="ctr"/>
                </a:tc>
                <a:tc>
                  <a:txBody>
                    <a:bodyPr/>
                    <a:lstStyle/>
                    <a:p>
                      <a:pPr>
                        <a:buNone/>
                      </a:pPr>
                      <a:r>
                        <a:rPr lang="en-US"/>
                        <a:t>At application startup</a:t>
                      </a:r>
                    </a:p>
                  </a:txBody>
                  <a:tcPr anchor="ctr"/>
                </a:tc>
                <a:tc>
                  <a:txBody>
                    <a:bodyPr/>
                    <a:lstStyle/>
                    <a:p>
                      <a:pPr>
                        <a:buNone/>
                      </a:pPr>
                      <a:r>
                        <a:rPr lang="en-US"/>
                        <a:t>On demand, when route is visited</a:t>
                      </a:r>
                    </a:p>
                  </a:txBody>
                  <a:tcPr anchor="ctr"/>
                </a:tc>
                <a:extLst>
                  <a:ext uri="{0D108BD9-81ED-4DB2-BD59-A6C34878D82A}">
                    <a16:rowId xmlns:a16="http://schemas.microsoft.com/office/drawing/2014/main" val="2997085586"/>
                  </a:ext>
                </a:extLst>
              </a:tr>
              <a:tr h="370840">
                <a:tc>
                  <a:txBody>
                    <a:bodyPr/>
                    <a:lstStyle/>
                    <a:p>
                      <a:pPr>
                        <a:buNone/>
                      </a:pPr>
                      <a:r>
                        <a:rPr lang="en-US" b="1"/>
                        <a:t>Initial bundle size</a:t>
                      </a:r>
                      <a:endParaRPr lang="en-US"/>
                    </a:p>
                  </a:txBody>
                  <a:tcPr anchor="ctr"/>
                </a:tc>
                <a:tc>
                  <a:txBody>
                    <a:bodyPr/>
                    <a:lstStyle/>
                    <a:p>
                      <a:pPr>
                        <a:buNone/>
                      </a:pPr>
                      <a:r>
                        <a:rPr lang="en-US"/>
                        <a:t>Larger</a:t>
                      </a:r>
                    </a:p>
                  </a:txBody>
                  <a:tcPr anchor="ctr"/>
                </a:tc>
                <a:tc>
                  <a:txBody>
                    <a:bodyPr/>
                    <a:lstStyle/>
                    <a:p>
                      <a:pPr>
                        <a:buNone/>
                      </a:pPr>
                      <a:r>
                        <a:rPr lang="en-US"/>
                        <a:t>Smaller</a:t>
                      </a:r>
                    </a:p>
                  </a:txBody>
                  <a:tcPr anchor="ctr"/>
                </a:tc>
                <a:extLst>
                  <a:ext uri="{0D108BD9-81ED-4DB2-BD59-A6C34878D82A}">
                    <a16:rowId xmlns:a16="http://schemas.microsoft.com/office/drawing/2014/main" val="506978901"/>
                  </a:ext>
                </a:extLst>
              </a:tr>
              <a:tr h="370840">
                <a:tc>
                  <a:txBody>
                    <a:bodyPr/>
                    <a:lstStyle/>
                    <a:p>
                      <a:pPr>
                        <a:buNone/>
                      </a:pPr>
                      <a:r>
                        <a:rPr lang="en-US" b="1"/>
                        <a:t>Best for</a:t>
                      </a:r>
                      <a:endParaRPr lang="en-US"/>
                    </a:p>
                  </a:txBody>
                  <a:tcPr anchor="ctr"/>
                </a:tc>
                <a:tc>
                  <a:txBody>
                    <a:bodyPr/>
                    <a:lstStyle/>
                    <a:p>
                      <a:pPr>
                        <a:buNone/>
                      </a:pPr>
                      <a:r>
                        <a:rPr lang="en-US"/>
                        <a:t>Small apps, always-used modules</a:t>
                      </a:r>
                    </a:p>
                  </a:txBody>
                  <a:tcPr anchor="ctr"/>
                </a:tc>
                <a:tc>
                  <a:txBody>
                    <a:bodyPr/>
                    <a:lstStyle/>
                    <a:p>
                      <a:pPr>
                        <a:buNone/>
                      </a:pPr>
                      <a:r>
                        <a:rPr lang="en-US"/>
                        <a:t>Large apps, rarely-used modules</a:t>
                      </a:r>
                    </a:p>
                  </a:txBody>
                  <a:tcPr anchor="ctr"/>
                </a:tc>
                <a:extLst>
                  <a:ext uri="{0D108BD9-81ED-4DB2-BD59-A6C34878D82A}">
                    <a16:rowId xmlns:a16="http://schemas.microsoft.com/office/drawing/2014/main" val="455267221"/>
                  </a:ext>
                </a:extLst>
              </a:tr>
              <a:tr h="370840">
                <a:tc>
                  <a:txBody>
                    <a:bodyPr/>
                    <a:lstStyle/>
                    <a:p>
                      <a:pPr>
                        <a:buNone/>
                      </a:pPr>
                      <a:r>
                        <a:rPr lang="en-US" b="1"/>
                        <a:t>Performance</a:t>
                      </a:r>
                      <a:endParaRPr lang="en-US"/>
                    </a:p>
                  </a:txBody>
                  <a:tcPr anchor="ctr"/>
                </a:tc>
                <a:tc>
                  <a:txBody>
                    <a:bodyPr/>
                    <a:lstStyle/>
                    <a:p>
                      <a:pPr>
                        <a:buNone/>
                      </a:pPr>
                      <a:r>
                        <a:rPr lang="en-US"/>
                        <a:t>Slower startup</a:t>
                      </a:r>
                    </a:p>
                  </a:txBody>
                  <a:tcPr anchor="ctr"/>
                </a:tc>
                <a:tc>
                  <a:txBody>
                    <a:bodyPr/>
                    <a:lstStyle/>
                    <a:p>
                      <a:pPr>
                        <a:buNone/>
                      </a:pPr>
                      <a:r>
                        <a:rPr lang="en-US" dirty="0"/>
                        <a:t>Faster startup, but extra request on demand</a:t>
                      </a:r>
                    </a:p>
                  </a:txBody>
                  <a:tcPr anchor="ctr"/>
                </a:tc>
                <a:extLst>
                  <a:ext uri="{0D108BD9-81ED-4DB2-BD59-A6C34878D82A}">
                    <a16:rowId xmlns:a16="http://schemas.microsoft.com/office/drawing/2014/main" val="138208671"/>
                  </a:ext>
                </a:extLst>
              </a:tr>
            </a:tbl>
          </a:graphicData>
        </a:graphic>
      </p:graphicFrame>
    </p:spTree>
    <p:extLst>
      <p:ext uri="{BB962C8B-B14F-4D97-AF65-F5344CB8AC3E}">
        <p14:creationId xmlns:p14="http://schemas.microsoft.com/office/powerpoint/2010/main" val="363462499"/>
      </p:ext>
    </p:extLst>
  </p:cSld>
  <p:clrMapOvr>
    <a:masterClrMapping/>
  </p:clrMapOvr>
</p:sld>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TotalTime>
  <Words>386</Words>
  <Application>Microsoft Office PowerPoint</Application>
  <PresentationFormat>Widescreen</PresentationFormat>
  <Paragraphs>64</Paragraphs>
  <Slides>5</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vt:i4>
      </vt:variant>
    </vt:vector>
  </HeadingPairs>
  <TitlesOfParts>
    <vt:vector size="13" baseType="lpstr">
      <vt:lpstr>Arial</vt:lpstr>
      <vt:lpstr>Calibri</vt:lpstr>
      <vt:lpstr>Calibri Light</vt:lpstr>
      <vt:lpstr>Tw Cen MT</vt:lpstr>
      <vt:lpstr>Wingdings</vt:lpstr>
      <vt:lpstr>Wingdings 2</vt:lpstr>
      <vt:lpstr>Office Theme</vt:lpstr>
      <vt:lpstr>Median</vt:lpstr>
      <vt:lpstr>Angular Eager and Lazy Loading</vt:lpstr>
      <vt:lpstr>Angular Eager and Lazy Loading</vt:lpstr>
      <vt:lpstr>Angular Eager and Lazy Loading</vt:lpstr>
      <vt:lpstr>Angular Eager and Lazy Loading</vt:lpstr>
      <vt:lpstr>Angular Eager vs Lazy Loading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santhosh kumar</dc:creator>
  <cp:lastModifiedBy>santhosh kumar</cp:lastModifiedBy>
  <cp:revision>2</cp:revision>
  <dcterms:created xsi:type="dcterms:W3CDTF">2025-08-26T15:32:55Z</dcterms:created>
  <dcterms:modified xsi:type="dcterms:W3CDTF">2025-08-26T17:55:10Z</dcterms:modified>
</cp:coreProperties>
</file>